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  <p:sldMasterId id="2147483685" r:id="rId2"/>
    <p:sldMasterId id="2147483700" r:id="rId3"/>
  </p:sldMasterIdLst>
  <p:notesMasterIdLst>
    <p:notesMasterId r:id="rId30"/>
  </p:notesMasterIdLst>
  <p:sldIdLst>
    <p:sldId id="260" r:id="rId4"/>
    <p:sldId id="693" r:id="rId5"/>
    <p:sldId id="739" r:id="rId6"/>
    <p:sldId id="735" r:id="rId7"/>
    <p:sldId id="737" r:id="rId8"/>
    <p:sldId id="738" r:id="rId9"/>
    <p:sldId id="740" r:id="rId10"/>
    <p:sldId id="736" r:id="rId11"/>
    <p:sldId id="741" r:id="rId12"/>
    <p:sldId id="742" r:id="rId13"/>
    <p:sldId id="745" r:id="rId14"/>
    <p:sldId id="744" r:id="rId15"/>
    <p:sldId id="746" r:id="rId16"/>
    <p:sldId id="747" r:id="rId17"/>
    <p:sldId id="748" r:id="rId18"/>
    <p:sldId id="749" r:id="rId19"/>
    <p:sldId id="750" r:id="rId20"/>
    <p:sldId id="751" r:id="rId21"/>
    <p:sldId id="752" r:id="rId22"/>
    <p:sldId id="753" r:id="rId23"/>
    <p:sldId id="754" r:id="rId24"/>
    <p:sldId id="755" r:id="rId25"/>
    <p:sldId id="756" r:id="rId26"/>
    <p:sldId id="743" r:id="rId27"/>
    <p:sldId id="758" r:id="rId28"/>
    <p:sldId id="757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9F9F9"/>
    <a:srgbClr val="0000FF"/>
    <a:srgbClr val="FF5A33"/>
    <a:srgbClr val="5C0000"/>
    <a:srgbClr val="FF9900"/>
    <a:srgbClr val="FFD1D1"/>
    <a:srgbClr val="FFB9B9"/>
    <a:srgbClr val="FF9797"/>
    <a:srgbClr val="FF8F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82206" autoAdjust="0"/>
  </p:normalViewPr>
  <p:slideViewPr>
    <p:cSldViewPr>
      <p:cViewPr varScale="1">
        <p:scale>
          <a:sx n="74" d="100"/>
          <a:sy n="74" d="100"/>
        </p:scale>
        <p:origin x="101" y="3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BA1959-70BC-4274-A55D-93C2A53C41F3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7E006A9B-EF41-4D0C-B530-A835B2244017}">
      <dgm:prSet/>
      <dgm:spPr/>
      <dgm:t>
        <a:bodyPr/>
        <a:lstStyle/>
        <a:p>
          <a:r>
            <a:rPr lang="en-US" b="1"/>
            <a:t>Nguyễn Văn Tý </a:t>
          </a:r>
          <a:endParaRPr lang="en-US"/>
        </a:p>
      </dgm:t>
    </dgm:pt>
    <dgm:pt modelId="{45EB1D34-4996-4555-8FF9-6D026B121459}" type="parTrans" cxnId="{C4DE926A-ECEA-49C0-8853-C37940EA9759}">
      <dgm:prSet/>
      <dgm:spPr/>
      <dgm:t>
        <a:bodyPr/>
        <a:lstStyle/>
        <a:p>
          <a:endParaRPr lang="en-US"/>
        </a:p>
      </dgm:t>
    </dgm:pt>
    <dgm:pt modelId="{2DC3CDDE-8571-4018-B40F-0CBF32EFF3AD}" type="sibTrans" cxnId="{C4DE926A-ECEA-49C0-8853-C37940EA9759}">
      <dgm:prSet/>
      <dgm:spPr/>
      <dgm:t>
        <a:bodyPr/>
        <a:lstStyle/>
        <a:p>
          <a:endParaRPr lang="en-US"/>
        </a:p>
      </dgm:t>
    </dgm:pt>
    <dgm:pt modelId="{8D0B3691-EC58-4CA5-8F1E-5D99379B62E4}">
      <dgm:prSet/>
      <dgm:spPr/>
      <dgm:t>
        <a:bodyPr/>
        <a:lstStyle/>
        <a:p>
          <a:r>
            <a:rPr lang="en-US"/>
            <a:t>Team Leader</a:t>
          </a:r>
        </a:p>
      </dgm:t>
    </dgm:pt>
    <dgm:pt modelId="{016AB489-8732-4583-87DF-0B3838CBC020}" type="parTrans" cxnId="{0B08BA3B-4F6A-499B-A0AC-7FD43E9ECA3F}">
      <dgm:prSet/>
      <dgm:spPr/>
      <dgm:t>
        <a:bodyPr/>
        <a:lstStyle/>
        <a:p>
          <a:endParaRPr lang="en-US"/>
        </a:p>
      </dgm:t>
    </dgm:pt>
    <dgm:pt modelId="{5D819ECE-FD76-4C61-A559-0AF9C6FA7C21}" type="sibTrans" cxnId="{0B08BA3B-4F6A-499B-A0AC-7FD43E9ECA3F}">
      <dgm:prSet/>
      <dgm:spPr/>
      <dgm:t>
        <a:bodyPr/>
        <a:lstStyle/>
        <a:p>
          <a:endParaRPr lang="en-US"/>
        </a:p>
      </dgm:t>
    </dgm:pt>
    <dgm:pt modelId="{9466A620-CB61-4A36-B5D7-599940DAA77A}">
      <dgm:prSet/>
      <dgm:spPr/>
      <dgm:t>
        <a:bodyPr/>
        <a:lstStyle/>
        <a:p>
          <a:r>
            <a:rPr lang="en-US"/>
            <a:t>Project Lead</a:t>
          </a:r>
        </a:p>
      </dgm:t>
    </dgm:pt>
    <dgm:pt modelId="{F4BC3424-96FF-4A0A-9A00-0CB7C9A44889}" type="parTrans" cxnId="{5C83712C-2DAA-48B9-9BC8-8E9747518C56}">
      <dgm:prSet/>
      <dgm:spPr/>
      <dgm:t>
        <a:bodyPr/>
        <a:lstStyle/>
        <a:p>
          <a:endParaRPr lang="en-US"/>
        </a:p>
      </dgm:t>
    </dgm:pt>
    <dgm:pt modelId="{ABA8DF6A-BBAA-43D0-9E63-EF8A89B094B7}" type="sibTrans" cxnId="{5C83712C-2DAA-48B9-9BC8-8E9747518C56}">
      <dgm:prSet/>
      <dgm:spPr/>
      <dgm:t>
        <a:bodyPr/>
        <a:lstStyle/>
        <a:p>
          <a:endParaRPr lang="en-US"/>
        </a:p>
      </dgm:t>
    </dgm:pt>
    <dgm:pt modelId="{F6D0713D-BE87-48E7-BC9D-A2CA4D897C1D}">
      <dgm:prSet/>
      <dgm:spPr/>
      <dgm:t>
        <a:bodyPr/>
        <a:lstStyle/>
        <a:p>
          <a:r>
            <a:rPr lang="en-US" b="1"/>
            <a:t>Responsibilities</a:t>
          </a:r>
          <a:endParaRPr lang="en-US"/>
        </a:p>
      </dgm:t>
    </dgm:pt>
    <dgm:pt modelId="{B208F537-A1E7-4292-BA0B-732448EABF64}" type="parTrans" cxnId="{BF0E039A-E9BA-4B7A-A822-A16101B16FED}">
      <dgm:prSet/>
      <dgm:spPr/>
      <dgm:t>
        <a:bodyPr/>
        <a:lstStyle/>
        <a:p>
          <a:endParaRPr lang="en-US"/>
        </a:p>
      </dgm:t>
    </dgm:pt>
    <dgm:pt modelId="{4F2CE85B-EE96-4FFD-AE6C-5A995E60ACB7}" type="sibTrans" cxnId="{BF0E039A-E9BA-4B7A-A822-A16101B16FED}">
      <dgm:prSet/>
      <dgm:spPr/>
      <dgm:t>
        <a:bodyPr/>
        <a:lstStyle/>
        <a:p>
          <a:endParaRPr lang="en-US"/>
        </a:p>
      </dgm:t>
    </dgm:pt>
    <dgm:pt modelId="{77999E9A-C597-461C-A1B2-C6CE4C68F7BD}">
      <dgm:prSet/>
      <dgm:spPr/>
      <dgm:t>
        <a:bodyPr/>
        <a:lstStyle/>
        <a:p>
          <a:r>
            <a:rPr lang="en-US"/>
            <a:t>Lên kế hoạch và lịch trình dự án.</a:t>
          </a:r>
        </a:p>
      </dgm:t>
    </dgm:pt>
    <dgm:pt modelId="{B411FE34-C2FC-4E05-BE5C-2D65EC38790E}" type="parTrans" cxnId="{6636AD74-773E-4CF2-9450-F7FEC64EB689}">
      <dgm:prSet/>
      <dgm:spPr/>
      <dgm:t>
        <a:bodyPr/>
        <a:lstStyle/>
        <a:p>
          <a:endParaRPr lang="en-US"/>
        </a:p>
      </dgm:t>
    </dgm:pt>
    <dgm:pt modelId="{D3EFE738-3F6A-4D4A-8C96-7F7AD9CCBD0C}" type="sibTrans" cxnId="{6636AD74-773E-4CF2-9450-F7FEC64EB689}">
      <dgm:prSet/>
      <dgm:spPr/>
      <dgm:t>
        <a:bodyPr/>
        <a:lstStyle/>
        <a:p>
          <a:endParaRPr lang="en-US"/>
        </a:p>
      </dgm:t>
    </dgm:pt>
    <dgm:pt modelId="{669C74BD-8673-4675-849E-DEFF076ABDE5}">
      <dgm:prSet/>
      <dgm:spPr/>
      <dgm:t>
        <a:bodyPr/>
        <a:lstStyle/>
        <a:p>
          <a:r>
            <a:rPr lang="en-US"/>
            <a:t>Quản lý team, tasks.</a:t>
          </a:r>
        </a:p>
      </dgm:t>
    </dgm:pt>
    <dgm:pt modelId="{E6BD6E23-338E-4C6F-ACAE-1567231DA5E7}" type="parTrans" cxnId="{19BCE927-3752-4FD0-8EAD-86D46DD9E448}">
      <dgm:prSet/>
      <dgm:spPr/>
      <dgm:t>
        <a:bodyPr/>
        <a:lstStyle/>
        <a:p>
          <a:endParaRPr lang="en-US"/>
        </a:p>
      </dgm:t>
    </dgm:pt>
    <dgm:pt modelId="{351DD9D9-7377-4983-9B2C-3999BE5E2F1E}" type="sibTrans" cxnId="{19BCE927-3752-4FD0-8EAD-86D46DD9E448}">
      <dgm:prSet/>
      <dgm:spPr/>
      <dgm:t>
        <a:bodyPr/>
        <a:lstStyle/>
        <a:p>
          <a:endParaRPr lang="en-US"/>
        </a:p>
      </dgm:t>
    </dgm:pt>
    <dgm:pt modelId="{ABA5F5C5-CB16-44BE-B2EB-99C08559995D}">
      <dgm:prSet/>
      <dgm:spPr/>
      <dgm:t>
        <a:bodyPr/>
        <a:lstStyle/>
        <a:p>
          <a:r>
            <a:rPr lang="en-US"/>
            <a:t>Giao tiếp làm việc với các bên liên quan.</a:t>
          </a:r>
        </a:p>
      </dgm:t>
    </dgm:pt>
    <dgm:pt modelId="{F653C125-0824-4243-84E2-9C84E3C02DBF}" type="parTrans" cxnId="{F0F58C3F-AAED-4A6A-A94D-A3F47E35F658}">
      <dgm:prSet/>
      <dgm:spPr/>
      <dgm:t>
        <a:bodyPr/>
        <a:lstStyle/>
        <a:p>
          <a:endParaRPr lang="en-US"/>
        </a:p>
      </dgm:t>
    </dgm:pt>
    <dgm:pt modelId="{C2B20BA7-88BE-4581-B823-85C9BD25E0E4}" type="sibTrans" cxnId="{F0F58C3F-AAED-4A6A-A94D-A3F47E35F658}">
      <dgm:prSet/>
      <dgm:spPr/>
      <dgm:t>
        <a:bodyPr/>
        <a:lstStyle/>
        <a:p>
          <a:endParaRPr lang="en-US"/>
        </a:p>
      </dgm:t>
    </dgm:pt>
    <dgm:pt modelId="{F5476E4E-D145-41E3-8F68-AA34EA107E12}">
      <dgm:prSet/>
      <dgm:spPr/>
      <dgm:t>
        <a:bodyPr/>
        <a:lstStyle/>
        <a:p>
          <a:r>
            <a:rPr lang="en-US" b="1"/>
            <a:t>Tasks</a:t>
          </a:r>
          <a:endParaRPr lang="en-US"/>
        </a:p>
      </dgm:t>
    </dgm:pt>
    <dgm:pt modelId="{492D9B73-FB81-480D-AAF1-86FB3A1F0E2B}" type="parTrans" cxnId="{E57DF2C2-8DB3-4779-924A-00C41BDF56FE}">
      <dgm:prSet/>
      <dgm:spPr/>
      <dgm:t>
        <a:bodyPr/>
        <a:lstStyle/>
        <a:p>
          <a:endParaRPr lang="en-US"/>
        </a:p>
      </dgm:t>
    </dgm:pt>
    <dgm:pt modelId="{C4A41C0F-E244-482A-85A9-C842E36ABC37}" type="sibTrans" cxnId="{E57DF2C2-8DB3-4779-924A-00C41BDF56FE}">
      <dgm:prSet/>
      <dgm:spPr/>
      <dgm:t>
        <a:bodyPr/>
        <a:lstStyle/>
        <a:p>
          <a:endParaRPr lang="en-US"/>
        </a:p>
      </dgm:t>
    </dgm:pt>
    <dgm:pt modelId="{95E3AD7B-3793-4624-9FC0-16B45BF4A727}">
      <dgm:prSet/>
      <dgm:spPr/>
      <dgm:t>
        <a:bodyPr/>
        <a:lstStyle/>
        <a:p>
          <a:r>
            <a:rPr lang="en-US"/>
            <a:t>Thiết kế hệ thống.</a:t>
          </a:r>
        </a:p>
      </dgm:t>
    </dgm:pt>
    <dgm:pt modelId="{63F481C9-EF6E-4F2E-98A0-2578A7EF028D}" type="parTrans" cxnId="{1655A42A-85ED-4DCC-B6FC-B996A6E69C30}">
      <dgm:prSet/>
      <dgm:spPr/>
      <dgm:t>
        <a:bodyPr/>
        <a:lstStyle/>
        <a:p>
          <a:endParaRPr lang="en-US"/>
        </a:p>
      </dgm:t>
    </dgm:pt>
    <dgm:pt modelId="{3EFF03E9-AD78-413D-8F0F-2607B0C93BBE}" type="sibTrans" cxnId="{1655A42A-85ED-4DCC-B6FC-B996A6E69C30}">
      <dgm:prSet/>
      <dgm:spPr/>
      <dgm:t>
        <a:bodyPr/>
        <a:lstStyle/>
        <a:p>
          <a:endParaRPr lang="en-US"/>
        </a:p>
      </dgm:t>
    </dgm:pt>
    <dgm:pt modelId="{84F7F94F-70D5-4712-9B65-5C47C30BB08F}">
      <dgm:prSet/>
      <dgm:spPr/>
      <dgm:t>
        <a:bodyPr/>
        <a:lstStyle/>
        <a:p>
          <a:r>
            <a:rPr lang="en-US"/>
            <a:t>Tạo measure.</a:t>
          </a:r>
        </a:p>
      </dgm:t>
    </dgm:pt>
    <dgm:pt modelId="{51B15CD9-03D6-441E-8EF2-22BAED91011C}" type="parTrans" cxnId="{729066AD-CE6B-4FF7-AA40-721D6C0AFAE4}">
      <dgm:prSet/>
      <dgm:spPr/>
      <dgm:t>
        <a:bodyPr/>
        <a:lstStyle/>
        <a:p>
          <a:endParaRPr lang="en-US"/>
        </a:p>
      </dgm:t>
    </dgm:pt>
    <dgm:pt modelId="{B1AC4BEF-47A3-4B01-99D0-75BC9CCAA8B4}" type="sibTrans" cxnId="{729066AD-CE6B-4FF7-AA40-721D6C0AFAE4}">
      <dgm:prSet/>
      <dgm:spPr/>
      <dgm:t>
        <a:bodyPr/>
        <a:lstStyle/>
        <a:p>
          <a:endParaRPr lang="en-US"/>
        </a:p>
      </dgm:t>
    </dgm:pt>
    <dgm:pt modelId="{F1A3E925-A4A0-4029-8B6F-436F42FB0EC4}">
      <dgm:prSet/>
      <dgm:spPr/>
      <dgm:t>
        <a:bodyPr/>
        <a:lstStyle/>
        <a:p>
          <a:r>
            <a:rPr lang="en-US"/>
            <a:t>Viết báo cáo.</a:t>
          </a:r>
        </a:p>
      </dgm:t>
    </dgm:pt>
    <dgm:pt modelId="{D48DB309-E8DA-41EA-9CB3-420A91E91F80}" type="parTrans" cxnId="{75B3FF5E-283A-410F-AD89-7BD3266F0C3A}">
      <dgm:prSet/>
      <dgm:spPr/>
      <dgm:t>
        <a:bodyPr/>
        <a:lstStyle/>
        <a:p>
          <a:endParaRPr lang="en-US"/>
        </a:p>
      </dgm:t>
    </dgm:pt>
    <dgm:pt modelId="{21EBA863-66FE-4EB1-8ECE-9B487145DC3D}" type="sibTrans" cxnId="{75B3FF5E-283A-410F-AD89-7BD3266F0C3A}">
      <dgm:prSet/>
      <dgm:spPr/>
      <dgm:t>
        <a:bodyPr/>
        <a:lstStyle/>
        <a:p>
          <a:endParaRPr lang="en-US"/>
        </a:p>
      </dgm:t>
    </dgm:pt>
    <dgm:pt modelId="{37B2AA18-8BB1-4759-B139-979DE088825D}">
      <dgm:prSet/>
      <dgm:spPr/>
      <dgm:t>
        <a:bodyPr/>
        <a:lstStyle/>
        <a:p>
          <a:r>
            <a:rPr lang="en-US" b="1"/>
            <a:t>Reports to</a:t>
          </a:r>
          <a:endParaRPr lang="en-US"/>
        </a:p>
      </dgm:t>
    </dgm:pt>
    <dgm:pt modelId="{0FBAE539-09E2-415A-B682-56100CB814C8}" type="parTrans" cxnId="{5C833FE8-9B60-496D-8EDF-74014B0C004F}">
      <dgm:prSet/>
      <dgm:spPr/>
      <dgm:t>
        <a:bodyPr/>
        <a:lstStyle/>
        <a:p>
          <a:endParaRPr lang="en-US"/>
        </a:p>
      </dgm:t>
    </dgm:pt>
    <dgm:pt modelId="{4F97CDE4-ED99-46AD-970C-265D5E1E0584}" type="sibTrans" cxnId="{5C833FE8-9B60-496D-8EDF-74014B0C004F}">
      <dgm:prSet/>
      <dgm:spPr/>
      <dgm:t>
        <a:bodyPr/>
        <a:lstStyle/>
        <a:p>
          <a:endParaRPr lang="en-US"/>
        </a:p>
      </dgm:t>
    </dgm:pt>
    <dgm:pt modelId="{D8009362-B86B-4EE0-B6B1-D4458F88A8B6}">
      <dgm:prSet/>
      <dgm:spPr/>
      <dgm:t>
        <a:bodyPr/>
        <a:lstStyle/>
        <a:p>
          <a:r>
            <a:rPr lang="en-US"/>
            <a:t>Giảng viên (Product Owner).</a:t>
          </a:r>
        </a:p>
      </dgm:t>
    </dgm:pt>
    <dgm:pt modelId="{7F3F6B90-AA4B-4D90-9157-D430EF097E19}" type="parTrans" cxnId="{446C4C1F-F27F-4500-BB10-359BEEFFA56C}">
      <dgm:prSet/>
      <dgm:spPr/>
      <dgm:t>
        <a:bodyPr/>
        <a:lstStyle/>
        <a:p>
          <a:endParaRPr lang="en-US"/>
        </a:p>
      </dgm:t>
    </dgm:pt>
    <dgm:pt modelId="{8C384040-8930-4C44-8EF8-E25E7156D954}" type="sibTrans" cxnId="{446C4C1F-F27F-4500-BB10-359BEEFFA56C}">
      <dgm:prSet/>
      <dgm:spPr/>
      <dgm:t>
        <a:bodyPr/>
        <a:lstStyle/>
        <a:p>
          <a:endParaRPr lang="en-US"/>
        </a:p>
      </dgm:t>
    </dgm:pt>
    <dgm:pt modelId="{CE82DB98-1906-4A15-96D8-A567FF07E0B8}" type="pres">
      <dgm:prSet presAssocID="{A2BA1959-70BC-4274-A55D-93C2A53C41F3}" presName="linear" presStyleCnt="0">
        <dgm:presLayoutVars>
          <dgm:dir/>
          <dgm:animLvl val="lvl"/>
          <dgm:resizeHandles val="exact"/>
        </dgm:presLayoutVars>
      </dgm:prSet>
      <dgm:spPr/>
    </dgm:pt>
    <dgm:pt modelId="{5A437F99-F70D-46BB-8AA9-EED4AE4AE408}" type="pres">
      <dgm:prSet presAssocID="{7E006A9B-EF41-4D0C-B530-A835B2244017}" presName="parentLin" presStyleCnt="0"/>
      <dgm:spPr/>
    </dgm:pt>
    <dgm:pt modelId="{978ECF62-6B7A-4E78-9C3C-1EE7ED636478}" type="pres">
      <dgm:prSet presAssocID="{7E006A9B-EF41-4D0C-B530-A835B2244017}" presName="parentLeftMargin" presStyleLbl="node1" presStyleIdx="0" presStyleCnt="4"/>
      <dgm:spPr/>
    </dgm:pt>
    <dgm:pt modelId="{0D8E58A7-A9C6-4D22-ACE1-81253477D5B2}" type="pres">
      <dgm:prSet presAssocID="{7E006A9B-EF41-4D0C-B530-A835B224401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BAB3EA-3E8A-489E-BF3A-C9E6A7F7BCC3}" type="pres">
      <dgm:prSet presAssocID="{7E006A9B-EF41-4D0C-B530-A835B2244017}" presName="negativeSpace" presStyleCnt="0"/>
      <dgm:spPr/>
    </dgm:pt>
    <dgm:pt modelId="{74D38DA1-A531-4AD4-A710-A0473488F0C1}" type="pres">
      <dgm:prSet presAssocID="{7E006A9B-EF41-4D0C-B530-A835B2244017}" presName="childText" presStyleLbl="conFgAcc1" presStyleIdx="0" presStyleCnt="4">
        <dgm:presLayoutVars>
          <dgm:bulletEnabled val="1"/>
        </dgm:presLayoutVars>
      </dgm:prSet>
      <dgm:spPr/>
    </dgm:pt>
    <dgm:pt modelId="{5B5728C4-CE25-437E-B7F1-F8CFC919E5E7}" type="pres">
      <dgm:prSet presAssocID="{2DC3CDDE-8571-4018-B40F-0CBF32EFF3AD}" presName="spaceBetweenRectangles" presStyleCnt="0"/>
      <dgm:spPr/>
    </dgm:pt>
    <dgm:pt modelId="{20342D4E-38BA-4C14-A663-35ACC5BC57AA}" type="pres">
      <dgm:prSet presAssocID="{F6D0713D-BE87-48E7-BC9D-A2CA4D897C1D}" presName="parentLin" presStyleCnt="0"/>
      <dgm:spPr/>
    </dgm:pt>
    <dgm:pt modelId="{49149465-6D4E-4D1E-A709-025B8F05A785}" type="pres">
      <dgm:prSet presAssocID="{F6D0713D-BE87-48E7-BC9D-A2CA4D897C1D}" presName="parentLeftMargin" presStyleLbl="node1" presStyleIdx="0" presStyleCnt="4"/>
      <dgm:spPr/>
    </dgm:pt>
    <dgm:pt modelId="{4C21C9A3-1B9C-4E4A-A0DF-5D2B4A3CB1BB}" type="pres">
      <dgm:prSet presAssocID="{F6D0713D-BE87-48E7-BC9D-A2CA4D897C1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A1014CD-E052-4BA5-8BA1-EA4DB6F71680}" type="pres">
      <dgm:prSet presAssocID="{F6D0713D-BE87-48E7-BC9D-A2CA4D897C1D}" presName="negativeSpace" presStyleCnt="0"/>
      <dgm:spPr/>
    </dgm:pt>
    <dgm:pt modelId="{6CB32E61-9364-448B-AA8C-916BDFEA0F72}" type="pres">
      <dgm:prSet presAssocID="{F6D0713D-BE87-48E7-BC9D-A2CA4D897C1D}" presName="childText" presStyleLbl="conFgAcc1" presStyleIdx="1" presStyleCnt="4">
        <dgm:presLayoutVars>
          <dgm:bulletEnabled val="1"/>
        </dgm:presLayoutVars>
      </dgm:prSet>
      <dgm:spPr/>
    </dgm:pt>
    <dgm:pt modelId="{35537AEE-FD5A-41B5-8720-F22625A39D25}" type="pres">
      <dgm:prSet presAssocID="{4F2CE85B-EE96-4FFD-AE6C-5A995E60ACB7}" presName="spaceBetweenRectangles" presStyleCnt="0"/>
      <dgm:spPr/>
    </dgm:pt>
    <dgm:pt modelId="{1DE858CC-F414-498E-AF74-489335DDD7CA}" type="pres">
      <dgm:prSet presAssocID="{F5476E4E-D145-41E3-8F68-AA34EA107E12}" presName="parentLin" presStyleCnt="0"/>
      <dgm:spPr/>
    </dgm:pt>
    <dgm:pt modelId="{E0086E49-A7BC-46A4-BF8F-77434AF28662}" type="pres">
      <dgm:prSet presAssocID="{F5476E4E-D145-41E3-8F68-AA34EA107E12}" presName="parentLeftMargin" presStyleLbl="node1" presStyleIdx="1" presStyleCnt="4"/>
      <dgm:spPr/>
    </dgm:pt>
    <dgm:pt modelId="{45C525E6-F074-4846-8F32-EEF47E3D369E}" type="pres">
      <dgm:prSet presAssocID="{F5476E4E-D145-41E3-8F68-AA34EA107E12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F2FC4BA-F660-4041-93B1-477B36DCAFFB}" type="pres">
      <dgm:prSet presAssocID="{F5476E4E-D145-41E3-8F68-AA34EA107E12}" presName="negativeSpace" presStyleCnt="0"/>
      <dgm:spPr/>
    </dgm:pt>
    <dgm:pt modelId="{216CA080-567A-443E-AE52-025D62D68FBA}" type="pres">
      <dgm:prSet presAssocID="{F5476E4E-D145-41E3-8F68-AA34EA107E12}" presName="childText" presStyleLbl="conFgAcc1" presStyleIdx="2" presStyleCnt="4">
        <dgm:presLayoutVars>
          <dgm:bulletEnabled val="1"/>
        </dgm:presLayoutVars>
      </dgm:prSet>
      <dgm:spPr/>
    </dgm:pt>
    <dgm:pt modelId="{B74DC4A0-8504-42F7-B233-18CFD67C060B}" type="pres">
      <dgm:prSet presAssocID="{C4A41C0F-E244-482A-85A9-C842E36ABC37}" presName="spaceBetweenRectangles" presStyleCnt="0"/>
      <dgm:spPr/>
    </dgm:pt>
    <dgm:pt modelId="{E1936C14-1A2E-4FFD-93FF-7ECC298441D2}" type="pres">
      <dgm:prSet presAssocID="{37B2AA18-8BB1-4759-B139-979DE088825D}" presName="parentLin" presStyleCnt="0"/>
      <dgm:spPr/>
    </dgm:pt>
    <dgm:pt modelId="{B2906360-5B00-4BE2-8A2B-AFFFB7EBF43D}" type="pres">
      <dgm:prSet presAssocID="{37B2AA18-8BB1-4759-B139-979DE088825D}" presName="parentLeftMargin" presStyleLbl="node1" presStyleIdx="2" presStyleCnt="4"/>
      <dgm:spPr/>
    </dgm:pt>
    <dgm:pt modelId="{F5046488-2511-452B-8A91-4B3CD68443FE}" type="pres">
      <dgm:prSet presAssocID="{37B2AA18-8BB1-4759-B139-979DE088825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9116CC3-8583-429D-92E2-EF5E83EFA7A3}" type="pres">
      <dgm:prSet presAssocID="{37B2AA18-8BB1-4759-B139-979DE088825D}" presName="negativeSpace" presStyleCnt="0"/>
      <dgm:spPr/>
    </dgm:pt>
    <dgm:pt modelId="{EF2E64E6-6C32-4A3E-844B-34F1678BB1F9}" type="pres">
      <dgm:prSet presAssocID="{37B2AA18-8BB1-4759-B139-979DE088825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6510A1E-CD7A-47B3-BF1A-8E42106FAC8B}" type="presOf" srcId="{84F7F94F-70D5-4712-9B65-5C47C30BB08F}" destId="{216CA080-567A-443E-AE52-025D62D68FBA}" srcOrd="0" destOrd="1" presId="urn:microsoft.com/office/officeart/2005/8/layout/list1"/>
    <dgm:cxn modelId="{446C4C1F-F27F-4500-BB10-359BEEFFA56C}" srcId="{37B2AA18-8BB1-4759-B139-979DE088825D}" destId="{D8009362-B86B-4EE0-B6B1-D4458F88A8B6}" srcOrd="0" destOrd="0" parTransId="{7F3F6B90-AA4B-4D90-9157-D430EF097E19}" sibTransId="{8C384040-8930-4C44-8EF8-E25E7156D954}"/>
    <dgm:cxn modelId="{19BCE927-3752-4FD0-8EAD-86D46DD9E448}" srcId="{F6D0713D-BE87-48E7-BC9D-A2CA4D897C1D}" destId="{669C74BD-8673-4675-849E-DEFF076ABDE5}" srcOrd="1" destOrd="0" parTransId="{E6BD6E23-338E-4C6F-ACAE-1567231DA5E7}" sibTransId="{351DD9D9-7377-4983-9B2C-3999BE5E2F1E}"/>
    <dgm:cxn modelId="{1655A42A-85ED-4DCC-B6FC-B996A6E69C30}" srcId="{F5476E4E-D145-41E3-8F68-AA34EA107E12}" destId="{95E3AD7B-3793-4624-9FC0-16B45BF4A727}" srcOrd="0" destOrd="0" parTransId="{63F481C9-EF6E-4F2E-98A0-2578A7EF028D}" sibTransId="{3EFF03E9-AD78-413D-8F0F-2607B0C93BBE}"/>
    <dgm:cxn modelId="{5C83712C-2DAA-48B9-9BC8-8E9747518C56}" srcId="{7E006A9B-EF41-4D0C-B530-A835B2244017}" destId="{9466A620-CB61-4A36-B5D7-599940DAA77A}" srcOrd="1" destOrd="0" parTransId="{F4BC3424-96FF-4A0A-9A00-0CB7C9A44889}" sibTransId="{ABA8DF6A-BBAA-43D0-9E63-EF8A89B094B7}"/>
    <dgm:cxn modelId="{70B4672F-B9C5-41BC-AABB-939CC760C7ED}" type="presOf" srcId="{F1A3E925-A4A0-4029-8B6F-436F42FB0EC4}" destId="{216CA080-567A-443E-AE52-025D62D68FBA}" srcOrd="0" destOrd="2" presId="urn:microsoft.com/office/officeart/2005/8/layout/list1"/>
    <dgm:cxn modelId="{04C68537-9770-41C1-B03A-008FE0B35C60}" type="presOf" srcId="{ABA5F5C5-CB16-44BE-B2EB-99C08559995D}" destId="{6CB32E61-9364-448B-AA8C-916BDFEA0F72}" srcOrd="0" destOrd="2" presId="urn:microsoft.com/office/officeart/2005/8/layout/list1"/>
    <dgm:cxn modelId="{0B08BA3B-4F6A-499B-A0AC-7FD43E9ECA3F}" srcId="{7E006A9B-EF41-4D0C-B530-A835B2244017}" destId="{8D0B3691-EC58-4CA5-8F1E-5D99379B62E4}" srcOrd="0" destOrd="0" parTransId="{016AB489-8732-4583-87DF-0B3838CBC020}" sibTransId="{5D819ECE-FD76-4C61-A559-0AF9C6FA7C21}"/>
    <dgm:cxn modelId="{F0F58C3F-AAED-4A6A-A94D-A3F47E35F658}" srcId="{F6D0713D-BE87-48E7-BC9D-A2CA4D897C1D}" destId="{ABA5F5C5-CB16-44BE-B2EB-99C08559995D}" srcOrd="2" destOrd="0" parTransId="{F653C125-0824-4243-84E2-9C84E3C02DBF}" sibTransId="{C2B20BA7-88BE-4581-B823-85C9BD25E0E4}"/>
    <dgm:cxn modelId="{75B3FF5E-283A-410F-AD89-7BD3266F0C3A}" srcId="{F5476E4E-D145-41E3-8F68-AA34EA107E12}" destId="{F1A3E925-A4A0-4029-8B6F-436F42FB0EC4}" srcOrd="2" destOrd="0" parTransId="{D48DB309-E8DA-41EA-9CB3-420A91E91F80}" sibTransId="{21EBA863-66FE-4EB1-8ECE-9B487145DC3D}"/>
    <dgm:cxn modelId="{F2D55042-587A-4756-BCEF-AFC07F9068F7}" type="presOf" srcId="{77999E9A-C597-461C-A1B2-C6CE4C68F7BD}" destId="{6CB32E61-9364-448B-AA8C-916BDFEA0F72}" srcOrd="0" destOrd="0" presId="urn:microsoft.com/office/officeart/2005/8/layout/list1"/>
    <dgm:cxn modelId="{27DB3647-BBEB-4539-818F-FF1B75D4B8B9}" type="presOf" srcId="{669C74BD-8673-4675-849E-DEFF076ABDE5}" destId="{6CB32E61-9364-448B-AA8C-916BDFEA0F72}" srcOrd="0" destOrd="1" presId="urn:microsoft.com/office/officeart/2005/8/layout/list1"/>
    <dgm:cxn modelId="{C4DE926A-ECEA-49C0-8853-C37940EA9759}" srcId="{A2BA1959-70BC-4274-A55D-93C2A53C41F3}" destId="{7E006A9B-EF41-4D0C-B530-A835B2244017}" srcOrd="0" destOrd="0" parTransId="{45EB1D34-4996-4555-8FF9-6D026B121459}" sibTransId="{2DC3CDDE-8571-4018-B40F-0CBF32EFF3AD}"/>
    <dgm:cxn modelId="{22DABF6F-4F2A-48E1-B332-CE4922BEE78D}" type="presOf" srcId="{8D0B3691-EC58-4CA5-8F1E-5D99379B62E4}" destId="{74D38DA1-A531-4AD4-A710-A0473488F0C1}" srcOrd="0" destOrd="0" presId="urn:microsoft.com/office/officeart/2005/8/layout/list1"/>
    <dgm:cxn modelId="{52072574-596D-4826-AF61-FA754FDB1A4A}" type="presOf" srcId="{A2BA1959-70BC-4274-A55D-93C2A53C41F3}" destId="{CE82DB98-1906-4A15-96D8-A567FF07E0B8}" srcOrd="0" destOrd="0" presId="urn:microsoft.com/office/officeart/2005/8/layout/list1"/>
    <dgm:cxn modelId="{6636AD74-773E-4CF2-9450-F7FEC64EB689}" srcId="{F6D0713D-BE87-48E7-BC9D-A2CA4D897C1D}" destId="{77999E9A-C597-461C-A1B2-C6CE4C68F7BD}" srcOrd="0" destOrd="0" parTransId="{B411FE34-C2FC-4E05-BE5C-2D65EC38790E}" sibTransId="{D3EFE738-3F6A-4D4A-8C96-7F7AD9CCBD0C}"/>
    <dgm:cxn modelId="{3E0FCC54-538C-4151-B81A-E3B2AA677979}" type="presOf" srcId="{7E006A9B-EF41-4D0C-B530-A835B2244017}" destId="{978ECF62-6B7A-4E78-9C3C-1EE7ED636478}" srcOrd="0" destOrd="0" presId="urn:microsoft.com/office/officeart/2005/8/layout/list1"/>
    <dgm:cxn modelId="{0D319F90-EC15-4BF0-BC44-0BFB6398ED4D}" type="presOf" srcId="{F6D0713D-BE87-48E7-BC9D-A2CA4D897C1D}" destId="{4C21C9A3-1B9C-4E4A-A0DF-5D2B4A3CB1BB}" srcOrd="1" destOrd="0" presId="urn:microsoft.com/office/officeart/2005/8/layout/list1"/>
    <dgm:cxn modelId="{BF0E039A-E9BA-4B7A-A822-A16101B16FED}" srcId="{A2BA1959-70BC-4274-A55D-93C2A53C41F3}" destId="{F6D0713D-BE87-48E7-BC9D-A2CA4D897C1D}" srcOrd="1" destOrd="0" parTransId="{B208F537-A1E7-4292-BA0B-732448EABF64}" sibTransId="{4F2CE85B-EE96-4FFD-AE6C-5A995E60ACB7}"/>
    <dgm:cxn modelId="{249E659A-C052-4C5C-8D07-23B59A78FFD2}" type="presOf" srcId="{9466A620-CB61-4A36-B5D7-599940DAA77A}" destId="{74D38DA1-A531-4AD4-A710-A0473488F0C1}" srcOrd="0" destOrd="1" presId="urn:microsoft.com/office/officeart/2005/8/layout/list1"/>
    <dgm:cxn modelId="{C16B1CA7-632E-4E6A-BC90-5641F20A12B2}" type="presOf" srcId="{37B2AA18-8BB1-4759-B139-979DE088825D}" destId="{B2906360-5B00-4BE2-8A2B-AFFFB7EBF43D}" srcOrd="0" destOrd="0" presId="urn:microsoft.com/office/officeart/2005/8/layout/list1"/>
    <dgm:cxn modelId="{D1B044AB-C6B4-4D18-B439-CB881CB78B6B}" type="presOf" srcId="{95E3AD7B-3793-4624-9FC0-16B45BF4A727}" destId="{216CA080-567A-443E-AE52-025D62D68FBA}" srcOrd="0" destOrd="0" presId="urn:microsoft.com/office/officeart/2005/8/layout/list1"/>
    <dgm:cxn modelId="{729066AD-CE6B-4FF7-AA40-721D6C0AFAE4}" srcId="{F5476E4E-D145-41E3-8F68-AA34EA107E12}" destId="{84F7F94F-70D5-4712-9B65-5C47C30BB08F}" srcOrd="1" destOrd="0" parTransId="{51B15CD9-03D6-441E-8EF2-22BAED91011C}" sibTransId="{B1AC4BEF-47A3-4B01-99D0-75BC9CCAA8B4}"/>
    <dgm:cxn modelId="{A458ADB7-209E-4474-B7F5-3133D40FD105}" type="presOf" srcId="{F5476E4E-D145-41E3-8F68-AA34EA107E12}" destId="{E0086E49-A7BC-46A4-BF8F-77434AF28662}" srcOrd="0" destOrd="0" presId="urn:microsoft.com/office/officeart/2005/8/layout/list1"/>
    <dgm:cxn modelId="{13F3A4BA-0874-486C-A919-1F8F174C5B6F}" type="presOf" srcId="{F6D0713D-BE87-48E7-BC9D-A2CA4D897C1D}" destId="{49149465-6D4E-4D1E-A709-025B8F05A785}" srcOrd="0" destOrd="0" presId="urn:microsoft.com/office/officeart/2005/8/layout/list1"/>
    <dgm:cxn modelId="{E57DF2C2-8DB3-4779-924A-00C41BDF56FE}" srcId="{A2BA1959-70BC-4274-A55D-93C2A53C41F3}" destId="{F5476E4E-D145-41E3-8F68-AA34EA107E12}" srcOrd="2" destOrd="0" parTransId="{492D9B73-FB81-480D-AAF1-86FB3A1F0E2B}" sibTransId="{C4A41C0F-E244-482A-85A9-C842E36ABC37}"/>
    <dgm:cxn modelId="{36935AD1-3FD4-46C0-8B0D-3D9E83C08903}" type="presOf" srcId="{F5476E4E-D145-41E3-8F68-AA34EA107E12}" destId="{45C525E6-F074-4846-8F32-EEF47E3D369E}" srcOrd="1" destOrd="0" presId="urn:microsoft.com/office/officeart/2005/8/layout/list1"/>
    <dgm:cxn modelId="{A346ADE1-366D-479A-933B-7BA74815FDF7}" type="presOf" srcId="{7E006A9B-EF41-4D0C-B530-A835B2244017}" destId="{0D8E58A7-A9C6-4D22-ACE1-81253477D5B2}" srcOrd="1" destOrd="0" presId="urn:microsoft.com/office/officeart/2005/8/layout/list1"/>
    <dgm:cxn modelId="{5C833FE8-9B60-496D-8EDF-74014B0C004F}" srcId="{A2BA1959-70BC-4274-A55D-93C2A53C41F3}" destId="{37B2AA18-8BB1-4759-B139-979DE088825D}" srcOrd="3" destOrd="0" parTransId="{0FBAE539-09E2-415A-B682-56100CB814C8}" sibTransId="{4F97CDE4-ED99-46AD-970C-265D5E1E0584}"/>
    <dgm:cxn modelId="{C303FEED-4EFD-4B47-86BD-2B1689580ABA}" type="presOf" srcId="{37B2AA18-8BB1-4759-B139-979DE088825D}" destId="{F5046488-2511-452B-8A91-4B3CD68443FE}" srcOrd="1" destOrd="0" presId="urn:microsoft.com/office/officeart/2005/8/layout/list1"/>
    <dgm:cxn modelId="{B85097FC-728F-4A3E-9BB0-BDD4B3D1CC50}" type="presOf" srcId="{D8009362-B86B-4EE0-B6B1-D4458F88A8B6}" destId="{EF2E64E6-6C32-4A3E-844B-34F1678BB1F9}" srcOrd="0" destOrd="0" presId="urn:microsoft.com/office/officeart/2005/8/layout/list1"/>
    <dgm:cxn modelId="{94B9AA50-A80F-4795-95C5-CEE5EA3CA381}" type="presParOf" srcId="{CE82DB98-1906-4A15-96D8-A567FF07E0B8}" destId="{5A437F99-F70D-46BB-8AA9-EED4AE4AE408}" srcOrd="0" destOrd="0" presId="urn:microsoft.com/office/officeart/2005/8/layout/list1"/>
    <dgm:cxn modelId="{FE8D55CF-6DE3-41BB-9C7F-1ED63A57CA0B}" type="presParOf" srcId="{5A437F99-F70D-46BB-8AA9-EED4AE4AE408}" destId="{978ECF62-6B7A-4E78-9C3C-1EE7ED636478}" srcOrd="0" destOrd="0" presId="urn:microsoft.com/office/officeart/2005/8/layout/list1"/>
    <dgm:cxn modelId="{2B8AC251-B268-436F-B0C0-4041D84F90F8}" type="presParOf" srcId="{5A437F99-F70D-46BB-8AA9-EED4AE4AE408}" destId="{0D8E58A7-A9C6-4D22-ACE1-81253477D5B2}" srcOrd="1" destOrd="0" presId="urn:microsoft.com/office/officeart/2005/8/layout/list1"/>
    <dgm:cxn modelId="{048D5891-576D-4E5F-A39D-C4EF3B39FBB2}" type="presParOf" srcId="{CE82DB98-1906-4A15-96D8-A567FF07E0B8}" destId="{5FBAB3EA-3E8A-489E-BF3A-C9E6A7F7BCC3}" srcOrd="1" destOrd="0" presId="urn:microsoft.com/office/officeart/2005/8/layout/list1"/>
    <dgm:cxn modelId="{B349BF81-8A9F-4F78-BF90-99C95DB38127}" type="presParOf" srcId="{CE82DB98-1906-4A15-96D8-A567FF07E0B8}" destId="{74D38DA1-A531-4AD4-A710-A0473488F0C1}" srcOrd="2" destOrd="0" presId="urn:microsoft.com/office/officeart/2005/8/layout/list1"/>
    <dgm:cxn modelId="{D3B6F208-E66C-422D-8371-F9B8CD033B9F}" type="presParOf" srcId="{CE82DB98-1906-4A15-96D8-A567FF07E0B8}" destId="{5B5728C4-CE25-437E-B7F1-F8CFC919E5E7}" srcOrd="3" destOrd="0" presId="urn:microsoft.com/office/officeart/2005/8/layout/list1"/>
    <dgm:cxn modelId="{846D8A78-C782-420C-9E91-6621305C9AED}" type="presParOf" srcId="{CE82DB98-1906-4A15-96D8-A567FF07E0B8}" destId="{20342D4E-38BA-4C14-A663-35ACC5BC57AA}" srcOrd="4" destOrd="0" presId="urn:microsoft.com/office/officeart/2005/8/layout/list1"/>
    <dgm:cxn modelId="{928FB44B-EF3F-4C13-B6EF-A06E57AFFB5F}" type="presParOf" srcId="{20342D4E-38BA-4C14-A663-35ACC5BC57AA}" destId="{49149465-6D4E-4D1E-A709-025B8F05A785}" srcOrd="0" destOrd="0" presId="urn:microsoft.com/office/officeart/2005/8/layout/list1"/>
    <dgm:cxn modelId="{69ED6DB0-BD38-484B-8C83-C6D6FDEE2B35}" type="presParOf" srcId="{20342D4E-38BA-4C14-A663-35ACC5BC57AA}" destId="{4C21C9A3-1B9C-4E4A-A0DF-5D2B4A3CB1BB}" srcOrd="1" destOrd="0" presId="urn:microsoft.com/office/officeart/2005/8/layout/list1"/>
    <dgm:cxn modelId="{A7C85C7D-5828-42DF-AC14-9A46F40A222F}" type="presParOf" srcId="{CE82DB98-1906-4A15-96D8-A567FF07E0B8}" destId="{4A1014CD-E052-4BA5-8BA1-EA4DB6F71680}" srcOrd="5" destOrd="0" presId="urn:microsoft.com/office/officeart/2005/8/layout/list1"/>
    <dgm:cxn modelId="{A1E1C998-DBC0-4D4A-9450-791303B58165}" type="presParOf" srcId="{CE82DB98-1906-4A15-96D8-A567FF07E0B8}" destId="{6CB32E61-9364-448B-AA8C-916BDFEA0F72}" srcOrd="6" destOrd="0" presId="urn:microsoft.com/office/officeart/2005/8/layout/list1"/>
    <dgm:cxn modelId="{36187D0D-3E5C-4F2F-9BB9-F8F02E81C550}" type="presParOf" srcId="{CE82DB98-1906-4A15-96D8-A567FF07E0B8}" destId="{35537AEE-FD5A-41B5-8720-F22625A39D25}" srcOrd="7" destOrd="0" presId="urn:microsoft.com/office/officeart/2005/8/layout/list1"/>
    <dgm:cxn modelId="{2A39E56B-B1EF-4155-8707-EA15C462EBE9}" type="presParOf" srcId="{CE82DB98-1906-4A15-96D8-A567FF07E0B8}" destId="{1DE858CC-F414-498E-AF74-489335DDD7CA}" srcOrd="8" destOrd="0" presId="urn:microsoft.com/office/officeart/2005/8/layout/list1"/>
    <dgm:cxn modelId="{97FCE66E-D39F-4994-A726-C8A36D3C158D}" type="presParOf" srcId="{1DE858CC-F414-498E-AF74-489335DDD7CA}" destId="{E0086E49-A7BC-46A4-BF8F-77434AF28662}" srcOrd="0" destOrd="0" presId="urn:microsoft.com/office/officeart/2005/8/layout/list1"/>
    <dgm:cxn modelId="{C49475E0-E2D5-44FA-9333-B1539272BBDD}" type="presParOf" srcId="{1DE858CC-F414-498E-AF74-489335DDD7CA}" destId="{45C525E6-F074-4846-8F32-EEF47E3D369E}" srcOrd="1" destOrd="0" presId="urn:microsoft.com/office/officeart/2005/8/layout/list1"/>
    <dgm:cxn modelId="{4D0010BC-84C1-4496-B013-81EAF1BED656}" type="presParOf" srcId="{CE82DB98-1906-4A15-96D8-A567FF07E0B8}" destId="{7F2FC4BA-F660-4041-93B1-477B36DCAFFB}" srcOrd="9" destOrd="0" presId="urn:microsoft.com/office/officeart/2005/8/layout/list1"/>
    <dgm:cxn modelId="{F3A7F395-8EDD-4019-BCAA-32546BCE7DE2}" type="presParOf" srcId="{CE82DB98-1906-4A15-96D8-A567FF07E0B8}" destId="{216CA080-567A-443E-AE52-025D62D68FBA}" srcOrd="10" destOrd="0" presId="urn:microsoft.com/office/officeart/2005/8/layout/list1"/>
    <dgm:cxn modelId="{A7806060-96A1-421F-ADAB-4C7AD3CCEB24}" type="presParOf" srcId="{CE82DB98-1906-4A15-96D8-A567FF07E0B8}" destId="{B74DC4A0-8504-42F7-B233-18CFD67C060B}" srcOrd="11" destOrd="0" presId="urn:microsoft.com/office/officeart/2005/8/layout/list1"/>
    <dgm:cxn modelId="{14993818-15B1-4216-B673-8652749569AF}" type="presParOf" srcId="{CE82DB98-1906-4A15-96D8-A567FF07E0B8}" destId="{E1936C14-1A2E-4FFD-93FF-7ECC298441D2}" srcOrd="12" destOrd="0" presId="urn:microsoft.com/office/officeart/2005/8/layout/list1"/>
    <dgm:cxn modelId="{D40A8557-05EC-403B-8861-D41B14E84652}" type="presParOf" srcId="{E1936C14-1A2E-4FFD-93FF-7ECC298441D2}" destId="{B2906360-5B00-4BE2-8A2B-AFFFB7EBF43D}" srcOrd="0" destOrd="0" presId="urn:microsoft.com/office/officeart/2005/8/layout/list1"/>
    <dgm:cxn modelId="{C727806C-4EC8-4400-8DDC-5A438EFC2B50}" type="presParOf" srcId="{E1936C14-1A2E-4FFD-93FF-7ECC298441D2}" destId="{F5046488-2511-452B-8A91-4B3CD68443FE}" srcOrd="1" destOrd="0" presId="urn:microsoft.com/office/officeart/2005/8/layout/list1"/>
    <dgm:cxn modelId="{9F48210F-5C94-42B2-8A2C-31D6D1537FC8}" type="presParOf" srcId="{CE82DB98-1906-4A15-96D8-A567FF07E0B8}" destId="{49116CC3-8583-429D-92E2-EF5E83EFA7A3}" srcOrd="13" destOrd="0" presId="urn:microsoft.com/office/officeart/2005/8/layout/list1"/>
    <dgm:cxn modelId="{DCEAE1BC-4799-481E-836A-A2BAB52FD9CD}" type="presParOf" srcId="{CE82DB98-1906-4A15-96D8-A567FF07E0B8}" destId="{EF2E64E6-6C32-4A3E-844B-34F1678BB1F9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9192471-4F52-42AC-A3FF-54488320915C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20F24D7D-32D7-47CA-86FE-29EC91DA1873}">
      <dgm:prSet/>
      <dgm:spPr/>
      <dgm:t>
        <a:bodyPr/>
        <a:lstStyle/>
        <a:p>
          <a:r>
            <a:rPr lang="en-US" b="1"/>
            <a:t>Lê Thị Dậu </a:t>
          </a:r>
          <a:endParaRPr lang="en-US"/>
        </a:p>
      </dgm:t>
    </dgm:pt>
    <dgm:pt modelId="{E0CF472A-F248-433A-85A5-35E3670F04BF}" type="parTrans" cxnId="{66013B4B-65AF-4FB3-A425-B4EE896268E2}">
      <dgm:prSet/>
      <dgm:spPr/>
      <dgm:t>
        <a:bodyPr/>
        <a:lstStyle/>
        <a:p>
          <a:endParaRPr lang="en-US"/>
        </a:p>
      </dgm:t>
    </dgm:pt>
    <dgm:pt modelId="{1FF660FA-A024-4E1C-8CDF-A41992069A01}" type="sibTrans" cxnId="{66013B4B-65AF-4FB3-A425-B4EE896268E2}">
      <dgm:prSet/>
      <dgm:spPr/>
      <dgm:t>
        <a:bodyPr/>
        <a:lstStyle/>
        <a:p>
          <a:endParaRPr lang="en-US"/>
        </a:p>
      </dgm:t>
    </dgm:pt>
    <dgm:pt modelId="{F43B36DC-25DD-4346-B89C-9AA8EE54380D}">
      <dgm:prSet/>
      <dgm:spPr/>
      <dgm:t>
        <a:bodyPr/>
        <a:lstStyle/>
        <a:p>
          <a:r>
            <a:rPr lang="en-US"/>
            <a:t>Business Analyst</a:t>
          </a:r>
        </a:p>
      </dgm:t>
    </dgm:pt>
    <dgm:pt modelId="{2034E28B-0DA6-44CB-8240-A4F8E56B9E90}" type="parTrans" cxnId="{DB60A388-EC13-46DC-87E6-C63B36B4F43F}">
      <dgm:prSet/>
      <dgm:spPr/>
      <dgm:t>
        <a:bodyPr/>
        <a:lstStyle/>
        <a:p>
          <a:endParaRPr lang="en-US"/>
        </a:p>
      </dgm:t>
    </dgm:pt>
    <dgm:pt modelId="{66BE90F0-4650-433D-BDEB-6803C57156D0}" type="sibTrans" cxnId="{DB60A388-EC13-46DC-87E6-C63B36B4F43F}">
      <dgm:prSet/>
      <dgm:spPr/>
      <dgm:t>
        <a:bodyPr/>
        <a:lstStyle/>
        <a:p>
          <a:endParaRPr lang="en-US"/>
        </a:p>
      </dgm:t>
    </dgm:pt>
    <dgm:pt modelId="{D3A69923-7937-40DE-8EB9-67AB934AA402}">
      <dgm:prSet/>
      <dgm:spPr/>
      <dgm:t>
        <a:bodyPr/>
        <a:lstStyle/>
        <a:p>
          <a:r>
            <a:rPr lang="en-US" b="1"/>
            <a:t>Responsibilities</a:t>
          </a:r>
          <a:endParaRPr lang="en-US"/>
        </a:p>
      </dgm:t>
    </dgm:pt>
    <dgm:pt modelId="{8D07A72C-B499-4A8C-8ED3-B3588F9C1BCC}" type="parTrans" cxnId="{84B833DE-4F9F-4640-BF4B-DACCCC3A1F1C}">
      <dgm:prSet/>
      <dgm:spPr/>
      <dgm:t>
        <a:bodyPr/>
        <a:lstStyle/>
        <a:p>
          <a:endParaRPr lang="en-US"/>
        </a:p>
      </dgm:t>
    </dgm:pt>
    <dgm:pt modelId="{269DEFB8-ADD4-48F6-862D-7AE661B44083}" type="sibTrans" cxnId="{84B833DE-4F9F-4640-BF4B-DACCCC3A1F1C}">
      <dgm:prSet/>
      <dgm:spPr/>
      <dgm:t>
        <a:bodyPr/>
        <a:lstStyle/>
        <a:p>
          <a:endParaRPr lang="en-US"/>
        </a:p>
      </dgm:t>
    </dgm:pt>
    <dgm:pt modelId="{18EEAACA-16AC-4AB7-BDDA-734E7DC67883}">
      <dgm:prSet/>
      <dgm:spPr/>
      <dgm:t>
        <a:bodyPr/>
        <a:lstStyle/>
        <a:p>
          <a:r>
            <a:rPr lang="en-US"/>
            <a:t>Hỡ trợ xác định dự án.</a:t>
          </a:r>
        </a:p>
      </dgm:t>
    </dgm:pt>
    <dgm:pt modelId="{59F68618-4001-40D1-9D2D-7EF44CDD341F}" type="parTrans" cxnId="{22402B7C-3B30-4719-9F79-F04534825E20}">
      <dgm:prSet/>
      <dgm:spPr/>
      <dgm:t>
        <a:bodyPr/>
        <a:lstStyle/>
        <a:p>
          <a:endParaRPr lang="en-US"/>
        </a:p>
      </dgm:t>
    </dgm:pt>
    <dgm:pt modelId="{E5BEB090-9EE9-433A-912B-581CFC9F132A}" type="sibTrans" cxnId="{22402B7C-3B30-4719-9F79-F04534825E20}">
      <dgm:prSet/>
      <dgm:spPr/>
      <dgm:t>
        <a:bodyPr/>
        <a:lstStyle/>
        <a:p>
          <a:endParaRPr lang="en-US"/>
        </a:p>
      </dgm:t>
    </dgm:pt>
    <dgm:pt modelId="{94C893E7-7638-418F-8091-06EA3498FAE0}">
      <dgm:prSet/>
      <dgm:spPr/>
      <dgm:t>
        <a:bodyPr/>
        <a:lstStyle/>
        <a:p>
          <a:r>
            <a:rPr lang="en-US"/>
            <a:t>Tiếp nhận nhu cầu từ các bộ phân và người dùng.</a:t>
          </a:r>
        </a:p>
      </dgm:t>
    </dgm:pt>
    <dgm:pt modelId="{F42A178A-B156-4975-9A99-BB2748CDBAC9}" type="parTrans" cxnId="{95029448-E2E4-4D5D-8481-F2FC3BB21366}">
      <dgm:prSet/>
      <dgm:spPr/>
      <dgm:t>
        <a:bodyPr/>
        <a:lstStyle/>
        <a:p>
          <a:endParaRPr lang="en-US"/>
        </a:p>
      </dgm:t>
    </dgm:pt>
    <dgm:pt modelId="{41548506-AADC-4E92-AE5D-F979552EB488}" type="sibTrans" cxnId="{95029448-E2E4-4D5D-8481-F2FC3BB21366}">
      <dgm:prSet/>
      <dgm:spPr/>
      <dgm:t>
        <a:bodyPr/>
        <a:lstStyle/>
        <a:p>
          <a:endParaRPr lang="en-US"/>
        </a:p>
      </dgm:t>
    </dgm:pt>
    <dgm:pt modelId="{49861F5E-4BBC-4BD2-BBAF-FB88EBF8D564}">
      <dgm:prSet/>
      <dgm:spPr/>
      <dgm:t>
        <a:bodyPr/>
        <a:lstStyle/>
        <a:p>
          <a:r>
            <a:rPr lang="en-US"/>
            <a:t>Kiểm tra sản phẩm có bàn giao như yêu cầu của khách hàng.</a:t>
          </a:r>
        </a:p>
      </dgm:t>
    </dgm:pt>
    <dgm:pt modelId="{6BC3FCDE-CC6C-4B0A-B471-A84736F63AAB}" type="parTrans" cxnId="{703BCE32-AB96-4B91-9AEB-F25A543DE3CE}">
      <dgm:prSet/>
      <dgm:spPr/>
      <dgm:t>
        <a:bodyPr/>
        <a:lstStyle/>
        <a:p>
          <a:endParaRPr lang="en-US"/>
        </a:p>
      </dgm:t>
    </dgm:pt>
    <dgm:pt modelId="{2B391CD2-DF2F-4B18-ACE4-9750739CF59D}" type="sibTrans" cxnId="{703BCE32-AB96-4B91-9AEB-F25A543DE3CE}">
      <dgm:prSet/>
      <dgm:spPr/>
      <dgm:t>
        <a:bodyPr/>
        <a:lstStyle/>
        <a:p>
          <a:endParaRPr lang="en-US"/>
        </a:p>
      </dgm:t>
    </dgm:pt>
    <dgm:pt modelId="{CB998B2D-CEA8-4D4C-BD18-A70134DFF139}">
      <dgm:prSet/>
      <dgm:spPr/>
      <dgm:t>
        <a:bodyPr/>
        <a:lstStyle/>
        <a:p>
          <a:r>
            <a:rPr lang="en-US" b="1"/>
            <a:t>Tasks</a:t>
          </a:r>
          <a:endParaRPr lang="en-US"/>
        </a:p>
      </dgm:t>
    </dgm:pt>
    <dgm:pt modelId="{2F66AF07-60F1-49CD-9556-55DD35453631}" type="parTrans" cxnId="{98C5A145-A8BD-4785-B57F-02449A1767FD}">
      <dgm:prSet/>
      <dgm:spPr/>
      <dgm:t>
        <a:bodyPr/>
        <a:lstStyle/>
        <a:p>
          <a:endParaRPr lang="en-US"/>
        </a:p>
      </dgm:t>
    </dgm:pt>
    <dgm:pt modelId="{A7BBD445-BF83-4979-8807-7DE0691F6C0A}" type="sibTrans" cxnId="{98C5A145-A8BD-4785-B57F-02449A1767FD}">
      <dgm:prSet/>
      <dgm:spPr/>
      <dgm:t>
        <a:bodyPr/>
        <a:lstStyle/>
        <a:p>
          <a:endParaRPr lang="en-US"/>
        </a:p>
      </dgm:t>
    </dgm:pt>
    <dgm:pt modelId="{FC42A4EB-73EB-4940-BF47-BB2971E109E2}">
      <dgm:prSet/>
      <dgm:spPr/>
      <dgm:t>
        <a:bodyPr/>
        <a:lstStyle/>
        <a:p>
          <a:r>
            <a:rPr lang="en-US"/>
            <a:t>Lập tài liệu của dự án.</a:t>
          </a:r>
        </a:p>
      </dgm:t>
    </dgm:pt>
    <dgm:pt modelId="{9D61EF96-1DB5-4F02-94D3-772106717B5F}" type="parTrans" cxnId="{3EF345D2-C3CB-45B8-88F0-41E875940DE7}">
      <dgm:prSet/>
      <dgm:spPr/>
      <dgm:t>
        <a:bodyPr/>
        <a:lstStyle/>
        <a:p>
          <a:endParaRPr lang="en-US"/>
        </a:p>
      </dgm:t>
    </dgm:pt>
    <dgm:pt modelId="{AD237F21-6DC6-438A-9456-84E8F97F8227}" type="sibTrans" cxnId="{3EF345D2-C3CB-45B8-88F0-41E875940DE7}">
      <dgm:prSet/>
      <dgm:spPr/>
      <dgm:t>
        <a:bodyPr/>
        <a:lstStyle/>
        <a:p>
          <a:endParaRPr lang="en-US"/>
        </a:p>
      </dgm:t>
    </dgm:pt>
    <dgm:pt modelId="{A2F87005-421E-4A01-A46C-1FA26004ECE7}">
      <dgm:prSet/>
      <dgm:spPr/>
      <dgm:t>
        <a:bodyPr/>
        <a:lstStyle/>
        <a:p>
          <a:r>
            <a:rPr lang="en-US"/>
            <a:t>Kiểm tra sản phẩm.</a:t>
          </a:r>
        </a:p>
      </dgm:t>
    </dgm:pt>
    <dgm:pt modelId="{91B66533-98FE-41D8-9498-BE25EE9EB55E}" type="parTrans" cxnId="{A20CA069-454C-4C35-A4E2-6C80950147AD}">
      <dgm:prSet/>
      <dgm:spPr/>
      <dgm:t>
        <a:bodyPr/>
        <a:lstStyle/>
        <a:p>
          <a:endParaRPr lang="en-US"/>
        </a:p>
      </dgm:t>
    </dgm:pt>
    <dgm:pt modelId="{1AF2BF01-1A72-40CA-A553-88552A47AE93}" type="sibTrans" cxnId="{A20CA069-454C-4C35-A4E2-6C80950147AD}">
      <dgm:prSet/>
      <dgm:spPr/>
      <dgm:t>
        <a:bodyPr/>
        <a:lstStyle/>
        <a:p>
          <a:endParaRPr lang="en-US"/>
        </a:p>
      </dgm:t>
    </dgm:pt>
    <dgm:pt modelId="{7B59C4BA-2377-4C10-A217-395EDC2DCCED}">
      <dgm:prSet/>
      <dgm:spPr/>
      <dgm:t>
        <a:bodyPr/>
        <a:lstStyle/>
        <a:p>
          <a:r>
            <a:rPr lang="en-US"/>
            <a:t>Viết báo cáo.</a:t>
          </a:r>
        </a:p>
      </dgm:t>
    </dgm:pt>
    <dgm:pt modelId="{FB615880-B107-491E-9CA6-2519276E20DD}" type="parTrans" cxnId="{3B0AB60C-DE00-49BB-85E8-F3DB43906490}">
      <dgm:prSet/>
      <dgm:spPr/>
      <dgm:t>
        <a:bodyPr/>
        <a:lstStyle/>
        <a:p>
          <a:endParaRPr lang="en-US"/>
        </a:p>
      </dgm:t>
    </dgm:pt>
    <dgm:pt modelId="{C628AFBB-23AD-46B6-963A-B3C6676B5B3D}" type="sibTrans" cxnId="{3B0AB60C-DE00-49BB-85E8-F3DB43906490}">
      <dgm:prSet/>
      <dgm:spPr/>
      <dgm:t>
        <a:bodyPr/>
        <a:lstStyle/>
        <a:p>
          <a:endParaRPr lang="en-US"/>
        </a:p>
      </dgm:t>
    </dgm:pt>
    <dgm:pt modelId="{5FC3146A-D046-49F5-840C-7E15D5861FF5}">
      <dgm:prSet/>
      <dgm:spPr/>
      <dgm:t>
        <a:bodyPr/>
        <a:lstStyle/>
        <a:p>
          <a:r>
            <a:rPr lang="en-US" b="1"/>
            <a:t>Reports to</a:t>
          </a:r>
          <a:endParaRPr lang="en-US"/>
        </a:p>
      </dgm:t>
    </dgm:pt>
    <dgm:pt modelId="{EB717A3F-1BDC-4588-B822-971E3C9079E0}" type="parTrans" cxnId="{779B429B-38AF-4A9A-900D-0DE5073E64CF}">
      <dgm:prSet/>
      <dgm:spPr/>
      <dgm:t>
        <a:bodyPr/>
        <a:lstStyle/>
        <a:p>
          <a:endParaRPr lang="en-US"/>
        </a:p>
      </dgm:t>
    </dgm:pt>
    <dgm:pt modelId="{93F1008B-CBFF-457C-806D-55C4555BEB29}" type="sibTrans" cxnId="{779B429B-38AF-4A9A-900D-0DE5073E64CF}">
      <dgm:prSet/>
      <dgm:spPr/>
      <dgm:t>
        <a:bodyPr/>
        <a:lstStyle/>
        <a:p>
          <a:endParaRPr lang="en-US"/>
        </a:p>
      </dgm:t>
    </dgm:pt>
    <dgm:pt modelId="{8099F911-8A1B-41CE-86A9-4AE484D98AAA}">
      <dgm:prSet/>
      <dgm:spPr/>
      <dgm:t>
        <a:bodyPr/>
        <a:lstStyle/>
        <a:p>
          <a:r>
            <a:rPr lang="en-US"/>
            <a:t>Giảng viên (Product Owner).</a:t>
          </a:r>
        </a:p>
      </dgm:t>
    </dgm:pt>
    <dgm:pt modelId="{1025F424-E288-468C-B58B-8D2229A753B0}" type="parTrans" cxnId="{17C9AD3D-CFBB-48F0-8FAD-2CC4A9ECB50E}">
      <dgm:prSet/>
      <dgm:spPr/>
      <dgm:t>
        <a:bodyPr/>
        <a:lstStyle/>
        <a:p>
          <a:endParaRPr lang="en-US"/>
        </a:p>
      </dgm:t>
    </dgm:pt>
    <dgm:pt modelId="{9ABFA4D4-6DCA-4F02-9D2E-D7725295900C}" type="sibTrans" cxnId="{17C9AD3D-CFBB-48F0-8FAD-2CC4A9ECB50E}">
      <dgm:prSet/>
      <dgm:spPr/>
      <dgm:t>
        <a:bodyPr/>
        <a:lstStyle/>
        <a:p>
          <a:endParaRPr lang="en-US"/>
        </a:p>
      </dgm:t>
    </dgm:pt>
    <dgm:pt modelId="{C96D3271-AD58-41CA-B6E2-2F8F089D7020}">
      <dgm:prSet/>
      <dgm:spPr/>
      <dgm:t>
        <a:bodyPr/>
        <a:lstStyle/>
        <a:p>
          <a:r>
            <a:rPr lang="en-US"/>
            <a:t>Team lead.</a:t>
          </a:r>
        </a:p>
      </dgm:t>
    </dgm:pt>
    <dgm:pt modelId="{57446D6B-CC9D-445E-90FE-6E1F84AF351C}" type="parTrans" cxnId="{6764D056-BFB1-44C9-861F-51E0DC3026F3}">
      <dgm:prSet/>
      <dgm:spPr/>
      <dgm:t>
        <a:bodyPr/>
        <a:lstStyle/>
        <a:p>
          <a:endParaRPr lang="en-US"/>
        </a:p>
      </dgm:t>
    </dgm:pt>
    <dgm:pt modelId="{5EC2BF3C-8512-4965-8EDA-67CDD3292DE0}" type="sibTrans" cxnId="{6764D056-BFB1-44C9-861F-51E0DC3026F3}">
      <dgm:prSet/>
      <dgm:spPr/>
      <dgm:t>
        <a:bodyPr/>
        <a:lstStyle/>
        <a:p>
          <a:endParaRPr lang="en-US"/>
        </a:p>
      </dgm:t>
    </dgm:pt>
    <dgm:pt modelId="{E89C4D4C-A968-4EDD-B244-58D734A7C8BF}" type="pres">
      <dgm:prSet presAssocID="{F9192471-4F52-42AC-A3FF-54488320915C}" presName="linear" presStyleCnt="0">
        <dgm:presLayoutVars>
          <dgm:dir/>
          <dgm:animLvl val="lvl"/>
          <dgm:resizeHandles val="exact"/>
        </dgm:presLayoutVars>
      </dgm:prSet>
      <dgm:spPr/>
    </dgm:pt>
    <dgm:pt modelId="{3D1525BE-3C95-4D52-AC18-EB7178E4BEA1}" type="pres">
      <dgm:prSet presAssocID="{20F24D7D-32D7-47CA-86FE-29EC91DA1873}" presName="parentLin" presStyleCnt="0"/>
      <dgm:spPr/>
    </dgm:pt>
    <dgm:pt modelId="{DFB800AF-733D-4BC3-8B6E-7A0E58BAF840}" type="pres">
      <dgm:prSet presAssocID="{20F24D7D-32D7-47CA-86FE-29EC91DA1873}" presName="parentLeftMargin" presStyleLbl="node1" presStyleIdx="0" presStyleCnt="4"/>
      <dgm:spPr/>
    </dgm:pt>
    <dgm:pt modelId="{23050127-B5EB-4BE3-9CC8-940D547CEF66}" type="pres">
      <dgm:prSet presAssocID="{20F24D7D-32D7-47CA-86FE-29EC91DA187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7032FA-92BC-4BEF-8F6D-273472AC26F3}" type="pres">
      <dgm:prSet presAssocID="{20F24D7D-32D7-47CA-86FE-29EC91DA1873}" presName="negativeSpace" presStyleCnt="0"/>
      <dgm:spPr/>
    </dgm:pt>
    <dgm:pt modelId="{85C3E84D-04DD-4497-934E-AAB43BF3D70A}" type="pres">
      <dgm:prSet presAssocID="{20F24D7D-32D7-47CA-86FE-29EC91DA1873}" presName="childText" presStyleLbl="conFgAcc1" presStyleIdx="0" presStyleCnt="4">
        <dgm:presLayoutVars>
          <dgm:bulletEnabled val="1"/>
        </dgm:presLayoutVars>
      </dgm:prSet>
      <dgm:spPr/>
    </dgm:pt>
    <dgm:pt modelId="{298C8AD4-7C28-42E2-B66D-57EECE2A9EAD}" type="pres">
      <dgm:prSet presAssocID="{1FF660FA-A024-4E1C-8CDF-A41992069A01}" presName="spaceBetweenRectangles" presStyleCnt="0"/>
      <dgm:spPr/>
    </dgm:pt>
    <dgm:pt modelId="{1F1562F8-934F-4AAE-9F5C-7BBA6CA6D158}" type="pres">
      <dgm:prSet presAssocID="{D3A69923-7937-40DE-8EB9-67AB934AA402}" presName="parentLin" presStyleCnt="0"/>
      <dgm:spPr/>
    </dgm:pt>
    <dgm:pt modelId="{F0271F6B-2886-430B-A832-9C5E9F24DF6C}" type="pres">
      <dgm:prSet presAssocID="{D3A69923-7937-40DE-8EB9-67AB934AA402}" presName="parentLeftMargin" presStyleLbl="node1" presStyleIdx="0" presStyleCnt="4"/>
      <dgm:spPr/>
    </dgm:pt>
    <dgm:pt modelId="{75FBC9F8-0DFD-4F60-B4B1-D76D0FAB4E44}" type="pres">
      <dgm:prSet presAssocID="{D3A69923-7937-40DE-8EB9-67AB934AA40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3D0ED12-C397-40DF-BE73-979D7A14C070}" type="pres">
      <dgm:prSet presAssocID="{D3A69923-7937-40DE-8EB9-67AB934AA402}" presName="negativeSpace" presStyleCnt="0"/>
      <dgm:spPr/>
    </dgm:pt>
    <dgm:pt modelId="{D4A1F78D-8653-4EAD-A21E-C3B7E9FB1278}" type="pres">
      <dgm:prSet presAssocID="{D3A69923-7937-40DE-8EB9-67AB934AA402}" presName="childText" presStyleLbl="conFgAcc1" presStyleIdx="1" presStyleCnt="4">
        <dgm:presLayoutVars>
          <dgm:bulletEnabled val="1"/>
        </dgm:presLayoutVars>
      </dgm:prSet>
      <dgm:spPr/>
    </dgm:pt>
    <dgm:pt modelId="{28780525-081B-415C-B832-BE48AF263000}" type="pres">
      <dgm:prSet presAssocID="{269DEFB8-ADD4-48F6-862D-7AE661B44083}" presName="spaceBetweenRectangles" presStyleCnt="0"/>
      <dgm:spPr/>
    </dgm:pt>
    <dgm:pt modelId="{6ADB94D3-052D-461C-B347-4F7A93EC99E4}" type="pres">
      <dgm:prSet presAssocID="{CB998B2D-CEA8-4D4C-BD18-A70134DFF139}" presName="parentLin" presStyleCnt="0"/>
      <dgm:spPr/>
    </dgm:pt>
    <dgm:pt modelId="{91227825-61B6-4E16-9D7A-2F8212DA4761}" type="pres">
      <dgm:prSet presAssocID="{CB998B2D-CEA8-4D4C-BD18-A70134DFF139}" presName="parentLeftMargin" presStyleLbl="node1" presStyleIdx="1" presStyleCnt="4"/>
      <dgm:spPr/>
    </dgm:pt>
    <dgm:pt modelId="{38F203D3-6AE4-4579-ACA7-4AD40713DA0F}" type="pres">
      <dgm:prSet presAssocID="{CB998B2D-CEA8-4D4C-BD18-A70134DFF13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91B900D-5D6B-4C17-997C-A58559202A0A}" type="pres">
      <dgm:prSet presAssocID="{CB998B2D-CEA8-4D4C-BD18-A70134DFF139}" presName="negativeSpace" presStyleCnt="0"/>
      <dgm:spPr/>
    </dgm:pt>
    <dgm:pt modelId="{5A01117B-567C-48C3-9405-6BAF2A205B1D}" type="pres">
      <dgm:prSet presAssocID="{CB998B2D-CEA8-4D4C-BD18-A70134DFF139}" presName="childText" presStyleLbl="conFgAcc1" presStyleIdx="2" presStyleCnt="4">
        <dgm:presLayoutVars>
          <dgm:bulletEnabled val="1"/>
        </dgm:presLayoutVars>
      </dgm:prSet>
      <dgm:spPr/>
    </dgm:pt>
    <dgm:pt modelId="{AAB13B3A-A70B-4ED0-BF49-4353E266128C}" type="pres">
      <dgm:prSet presAssocID="{A7BBD445-BF83-4979-8807-7DE0691F6C0A}" presName="spaceBetweenRectangles" presStyleCnt="0"/>
      <dgm:spPr/>
    </dgm:pt>
    <dgm:pt modelId="{96EDA5A3-4E8E-430F-B748-D71BE80DB8D3}" type="pres">
      <dgm:prSet presAssocID="{5FC3146A-D046-49F5-840C-7E15D5861FF5}" presName="parentLin" presStyleCnt="0"/>
      <dgm:spPr/>
    </dgm:pt>
    <dgm:pt modelId="{D5A9A8F2-B7FC-420C-9328-6B066A3FFAA6}" type="pres">
      <dgm:prSet presAssocID="{5FC3146A-D046-49F5-840C-7E15D5861FF5}" presName="parentLeftMargin" presStyleLbl="node1" presStyleIdx="2" presStyleCnt="4"/>
      <dgm:spPr/>
    </dgm:pt>
    <dgm:pt modelId="{5EFB4B40-FCA9-4EA9-BDB1-D5219FAB8D98}" type="pres">
      <dgm:prSet presAssocID="{5FC3146A-D046-49F5-840C-7E15D5861FF5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33329D31-DC81-430F-9D7A-F95751DF5465}" type="pres">
      <dgm:prSet presAssocID="{5FC3146A-D046-49F5-840C-7E15D5861FF5}" presName="negativeSpace" presStyleCnt="0"/>
      <dgm:spPr/>
    </dgm:pt>
    <dgm:pt modelId="{81DBE0E3-48EA-473B-B86B-C1FC69AB80FB}" type="pres">
      <dgm:prSet presAssocID="{5FC3146A-D046-49F5-840C-7E15D5861FF5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3B0AB60C-DE00-49BB-85E8-F3DB43906490}" srcId="{CB998B2D-CEA8-4D4C-BD18-A70134DFF139}" destId="{7B59C4BA-2377-4C10-A217-395EDC2DCCED}" srcOrd="2" destOrd="0" parTransId="{FB615880-B107-491E-9CA6-2519276E20DD}" sibTransId="{C628AFBB-23AD-46B6-963A-B3C6676B5B3D}"/>
    <dgm:cxn modelId="{A7A39B13-A0CC-4DF4-87EF-12937B57BBFC}" type="presOf" srcId="{D3A69923-7937-40DE-8EB9-67AB934AA402}" destId="{F0271F6B-2886-430B-A832-9C5E9F24DF6C}" srcOrd="0" destOrd="0" presId="urn:microsoft.com/office/officeart/2005/8/layout/list1"/>
    <dgm:cxn modelId="{CD462B1C-2572-4B5C-911B-24A6EB3841E0}" type="presOf" srcId="{FC42A4EB-73EB-4940-BF47-BB2971E109E2}" destId="{5A01117B-567C-48C3-9405-6BAF2A205B1D}" srcOrd="0" destOrd="0" presId="urn:microsoft.com/office/officeart/2005/8/layout/list1"/>
    <dgm:cxn modelId="{EC2F1C2F-9A02-496D-9BA2-437E76AC5084}" type="presOf" srcId="{F9192471-4F52-42AC-A3FF-54488320915C}" destId="{E89C4D4C-A968-4EDD-B244-58D734A7C8BF}" srcOrd="0" destOrd="0" presId="urn:microsoft.com/office/officeart/2005/8/layout/list1"/>
    <dgm:cxn modelId="{C35E6030-4E59-442C-B476-ED19979C5A8F}" type="presOf" srcId="{A2F87005-421E-4A01-A46C-1FA26004ECE7}" destId="{5A01117B-567C-48C3-9405-6BAF2A205B1D}" srcOrd="0" destOrd="1" presId="urn:microsoft.com/office/officeart/2005/8/layout/list1"/>
    <dgm:cxn modelId="{703BCE32-AB96-4B91-9AEB-F25A543DE3CE}" srcId="{D3A69923-7937-40DE-8EB9-67AB934AA402}" destId="{49861F5E-4BBC-4BD2-BBAF-FB88EBF8D564}" srcOrd="2" destOrd="0" parTransId="{6BC3FCDE-CC6C-4B0A-B471-A84736F63AAB}" sibTransId="{2B391CD2-DF2F-4B18-ACE4-9750739CF59D}"/>
    <dgm:cxn modelId="{05A3503D-AD88-46E3-B05B-AB380715BDC6}" type="presOf" srcId="{8099F911-8A1B-41CE-86A9-4AE484D98AAA}" destId="{81DBE0E3-48EA-473B-B86B-C1FC69AB80FB}" srcOrd="0" destOrd="0" presId="urn:microsoft.com/office/officeart/2005/8/layout/list1"/>
    <dgm:cxn modelId="{17C9AD3D-CFBB-48F0-8FAD-2CC4A9ECB50E}" srcId="{5FC3146A-D046-49F5-840C-7E15D5861FF5}" destId="{8099F911-8A1B-41CE-86A9-4AE484D98AAA}" srcOrd="0" destOrd="0" parTransId="{1025F424-E288-468C-B58B-8D2229A753B0}" sibTransId="{9ABFA4D4-6DCA-4F02-9D2E-D7725295900C}"/>
    <dgm:cxn modelId="{AD6CDF60-E6BA-45DE-9928-A3CCF9997F05}" type="presOf" srcId="{CB998B2D-CEA8-4D4C-BD18-A70134DFF139}" destId="{91227825-61B6-4E16-9D7A-2F8212DA4761}" srcOrd="0" destOrd="0" presId="urn:microsoft.com/office/officeart/2005/8/layout/list1"/>
    <dgm:cxn modelId="{98C5A145-A8BD-4785-B57F-02449A1767FD}" srcId="{F9192471-4F52-42AC-A3FF-54488320915C}" destId="{CB998B2D-CEA8-4D4C-BD18-A70134DFF139}" srcOrd="2" destOrd="0" parTransId="{2F66AF07-60F1-49CD-9556-55DD35453631}" sibTransId="{A7BBD445-BF83-4979-8807-7DE0691F6C0A}"/>
    <dgm:cxn modelId="{95029448-E2E4-4D5D-8481-F2FC3BB21366}" srcId="{D3A69923-7937-40DE-8EB9-67AB934AA402}" destId="{94C893E7-7638-418F-8091-06EA3498FAE0}" srcOrd="1" destOrd="0" parTransId="{F42A178A-B156-4975-9A99-BB2748CDBAC9}" sibTransId="{41548506-AADC-4E92-AE5D-F979552EB488}"/>
    <dgm:cxn modelId="{A20CA069-454C-4C35-A4E2-6C80950147AD}" srcId="{CB998B2D-CEA8-4D4C-BD18-A70134DFF139}" destId="{A2F87005-421E-4A01-A46C-1FA26004ECE7}" srcOrd="1" destOrd="0" parTransId="{91B66533-98FE-41D8-9498-BE25EE9EB55E}" sibTransId="{1AF2BF01-1A72-40CA-A553-88552A47AE93}"/>
    <dgm:cxn modelId="{99612F4A-D43C-44BF-AFD0-D9D91041BF35}" type="presOf" srcId="{D3A69923-7937-40DE-8EB9-67AB934AA402}" destId="{75FBC9F8-0DFD-4F60-B4B1-D76D0FAB4E44}" srcOrd="1" destOrd="0" presId="urn:microsoft.com/office/officeart/2005/8/layout/list1"/>
    <dgm:cxn modelId="{66013B4B-65AF-4FB3-A425-B4EE896268E2}" srcId="{F9192471-4F52-42AC-A3FF-54488320915C}" destId="{20F24D7D-32D7-47CA-86FE-29EC91DA1873}" srcOrd="0" destOrd="0" parTransId="{E0CF472A-F248-433A-85A5-35E3670F04BF}" sibTransId="{1FF660FA-A024-4E1C-8CDF-A41992069A01}"/>
    <dgm:cxn modelId="{8A5F8272-71F5-477C-9E36-C0D0255C39C3}" type="presOf" srcId="{18EEAACA-16AC-4AB7-BDDA-734E7DC67883}" destId="{D4A1F78D-8653-4EAD-A21E-C3B7E9FB1278}" srcOrd="0" destOrd="0" presId="urn:microsoft.com/office/officeart/2005/8/layout/list1"/>
    <dgm:cxn modelId="{6764D056-BFB1-44C9-861F-51E0DC3026F3}" srcId="{5FC3146A-D046-49F5-840C-7E15D5861FF5}" destId="{C96D3271-AD58-41CA-B6E2-2F8F089D7020}" srcOrd="1" destOrd="0" parTransId="{57446D6B-CC9D-445E-90FE-6E1F84AF351C}" sibTransId="{5EC2BF3C-8512-4965-8EDA-67CDD3292DE0}"/>
    <dgm:cxn modelId="{A730D678-8AB8-4D9A-8685-891ED2896BA0}" type="presOf" srcId="{94C893E7-7638-418F-8091-06EA3498FAE0}" destId="{D4A1F78D-8653-4EAD-A21E-C3B7E9FB1278}" srcOrd="0" destOrd="1" presId="urn:microsoft.com/office/officeart/2005/8/layout/list1"/>
    <dgm:cxn modelId="{22402B7C-3B30-4719-9F79-F04534825E20}" srcId="{D3A69923-7937-40DE-8EB9-67AB934AA402}" destId="{18EEAACA-16AC-4AB7-BDDA-734E7DC67883}" srcOrd="0" destOrd="0" parTransId="{59F68618-4001-40D1-9D2D-7EF44CDD341F}" sibTransId="{E5BEB090-9EE9-433A-912B-581CFC9F132A}"/>
    <dgm:cxn modelId="{AD908A82-6018-4C51-AAEF-CBF622FD9935}" type="presOf" srcId="{CB998B2D-CEA8-4D4C-BD18-A70134DFF139}" destId="{38F203D3-6AE4-4579-ACA7-4AD40713DA0F}" srcOrd="1" destOrd="0" presId="urn:microsoft.com/office/officeart/2005/8/layout/list1"/>
    <dgm:cxn modelId="{DB60A388-EC13-46DC-87E6-C63B36B4F43F}" srcId="{20F24D7D-32D7-47CA-86FE-29EC91DA1873}" destId="{F43B36DC-25DD-4346-B89C-9AA8EE54380D}" srcOrd="0" destOrd="0" parTransId="{2034E28B-0DA6-44CB-8240-A4F8E56B9E90}" sibTransId="{66BE90F0-4650-433D-BDEB-6803C57156D0}"/>
    <dgm:cxn modelId="{CDF96990-14C3-45D1-8921-4D9940C9E36C}" type="presOf" srcId="{5FC3146A-D046-49F5-840C-7E15D5861FF5}" destId="{D5A9A8F2-B7FC-420C-9328-6B066A3FFAA6}" srcOrd="0" destOrd="0" presId="urn:microsoft.com/office/officeart/2005/8/layout/list1"/>
    <dgm:cxn modelId="{779B429B-38AF-4A9A-900D-0DE5073E64CF}" srcId="{F9192471-4F52-42AC-A3FF-54488320915C}" destId="{5FC3146A-D046-49F5-840C-7E15D5861FF5}" srcOrd="3" destOrd="0" parTransId="{EB717A3F-1BDC-4588-B822-971E3C9079E0}" sibTransId="{93F1008B-CBFF-457C-806D-55C4555BEB29}"/>
    <dgm:cxn modelId="{875FB49E-3F87-46ED-97E9-D7280F708A98}" type="presOf" srcId="{F43B36DC-25DD-4346-B89C-9AA8EE54380D}" destId="{85C3E84D-04DD-4497-934E-AAB43BF3D70A}" srcOrd="0" destOrd="0" presId="urn:microsoft.com/office/officeart/2005/8/layout/list1"/>
    <dgm:cxn modelId="{65ED47AC-EE3B-49CF-A094-88AB3F3A8C32}" type="presOf" srcId="{7B59C4BA-2377-4C10-A217-395EDC2DCCED}" destId="{5A01117B-567C-48C3-9405-6BAF2A205B1D}" srcOrd="0" destOrd="2" presId="urn:microsoft.com/office/officeart/2005/8/layout/list1"/>
    <dgm:cxn modelId="{FE5091C6-9F7C-42B4-A0A7-690811E94F0E}" type="presOf" srcId="{5FC3146A-D046-49F5-840C-7E15D5861FF5}" destId="{5EFB4B40-FCA9-4EA9-BDB1-D5219FAB8D98}" srcOrd="1" destOrd="0" presId="urn:microsoft.com/office/officeart/2005/8/layout/list1"/>
    <dgm:cxn modelId="{3EF345D2-C3CB-45B8-88F0-41E875940DE7}" srcId="{CB998B2D-CEA8-4D4C-BD18-A70134DFF139}" destId="{FC42A4EB-73EB-4940-BF47-BB2971E109E2}" srcOrd="0" destOrd="0" parTransId="{9D61EF96-1DB5-4F02-94D3-772106717B5F}" sibTransId="{AD237F21-6DC6-438A-9456-84E8F97F8227}"/>
    <dgm:cxn modelId="{7F1C19D9-145E-4F52-9F46-CA841DC2C13B}" type="presOf" srcId="{C96D3271-AD58-41CA-B6E2-2F8F089D7020}" destId="{81DBE0E3-48EA-473B-B86B-C1FC69AB80FB}" srcOrd="0" destOrd="1" presId="urn:microsoft.com/office/officeart/2005/8/layout/list1"/>
    <dgm:cxn modelId="{84B833DE-4F9F-4640-BF4B-DACCCC3A1F1C}" srcId="{F9192471-4F52-42AC-A3FF-54488320915C}" destId="{D3A69923-7937-40DE-8EB9-67AB934AA402}" srcOrd="1" destOrd="0" parTransId="{8D07A72C-B499-4A8C-8ED3-B3588F9C1BCC}" sibTransId="{269DEFB8-ADD4-48F6-862D-7AE661B44083}"/>
    <dgm:cxn modelId="{1B11FCDE-56CA-498C-8932-804D736A73B4}" type="presOf" srcId="{49861F5E-4BBC-4BD2-BBAF-FB88EBF8D564}" destId="{D4A1F78D-8653-4EAD-A21E-C3B7E9FB1278}" srcOrd="0" destOrd="2" presId="urn:microsoft.com/office/officeart/2005/8/layout/list1"/>
    <dgm:cxn modelId="{6A1ACDE9-A72C-4BD1-A36F-7610CC7C1511}" type="presOf" srcId="{20F24D7D-32D7-47CA-86FE-29EC91DA1873}" destId="{23050127-B5EB-4BE3-9CC8-940D547CEF66}" srcOrd="1" destOrd="0" presId="urn:microsoft.com/office/officeart/2005/8/layout/list1"/>
    <dgm:cxn modelId="{37FB36EB-A881-446D-ADD8-2FDFB1588FC3}" type="presOf" srcId="{20F24D7D-32D7-47CA-86FE-29EC91DA1873}" destId="{DFB800AF-733D-4BC3-8B6E-7A0E58BAF840}" srcOrd="0" destOrd="0" presId="urn:microsoft.com/office/officeart/2005/8/layout/list1"/>
    <dgm:cxn modelId="{673F5A95-19D4-42E1-B419-FDF6F55C34FA}" type="presParOf" srcId="{E89C4D4C-A968-4EDD-B244-58D734A7C8BF}" destId="{3D1525BE-3C95-4D52-AC18-EB7178E4BEA1}" srcOrd="0" destOrd="0" presId="urn:microsoft.com/office/officeart/2005/8/layout/list1"/>
    <dgm:cxn modelId="{003750F4-C73E-44B7-9B80-C687E7168891}" type="presParOf" srcId="{3D1525BE-3C95-4D52-AC18-EB7178E4BEA1}" destId="{DFB800AF-733D-4BC3-8B6E-7A0E58BAF840}" srcOrd="0" destOrd="0" presId="urn:microsoft.com/office/officeart/2005/8/layout/list1"/>
    <dgm:cxn modelId="{BE41EF53-97F2-4A80-9F86-23F5199DF8B3}" type="presParOf" srcId="{3D1525BE-3C95-4D52-AC18-EB7178E4BEA1}" destId="{23050127-B5EB-4BE3-9CC8-940D547CEF66}" srcOrd="1" destOrd="0" presId="urn:microsoft.com/office/officeart/2005/8/layout/list1"/>
    <dgm:cxn modelId="{E83FF5BA-8398-4E7A-AA78-7BA553C04641}" type="presParOf" srcId="{E89C4D4C-A968-4EDD-B244-58D734A7C8BF}" destId="{D57032FA-92BC-4BEF-8F6D-273472AC26F3}" srcOrd="1" destOrd="0" presId="urn:microsoft.com/office/officeart/2005/8/layout/list1"/>
    <dgm:cxn modelId="{6D08FBD5-AC7C-4BC2-84EA-41CFBC2C4A62}" type="presParOf" srcId="{E89C4D4C-A968-4EDD-B244-58D734A7C8BF}" destId="{85C3E84D-04DD-4497-934E-AAB43BF3D70A}" srcOrd="2" destOrd="0" presId="urn:microsoft.com/office/officeart/2005/8/layout/list1"/>
    <dgm:cxn modelId="{48015EF7-8A6C-4194-AF58-DCBCF04CFFC5}" type="presParOf" srcId="{E89C4D4C-A968-4EDD-B244-58D734A7C8BF}" destId="{298C8AD4-7C28-42E2-B66D-57EECE2A9EAD}" srcOrd="3" destOrd="0" presId="urn:microsoft.com/office/officeart/2005/8/layout/list1"/>
    <dgm:cxn modelId="{45DBD45F-096D-4099-A607-F11393CCD0B9}" type="presParOf" srcId="{E89C4D4C-A968-4EDD-B244-58D734A7C8BF}" destId="{1F1562F8-934F-4AAE-9F5C-7BBA6CA6D158}" srcOrd="4" destOrd="0" presId="urn:microsoft.com/office/officeart/2005/8/layout/list1"/>
    <dgm:cxn modelId="{A7F704AA-DD28-499D-AE33-25F21B59C403}" type="presParOf" srcId="{1F1562F8-934F-4AAE-9F5C-7BBA6CA6D158}" destId="{F0271F6B-2886-430B-A832-9C5E9F24DF6C}" srcOrd="0" destOrd="0" presId="urn:microsoft.com/office/officeart/2005/8/layout/list1"/>
    <dgm:cxn modelId="{4270A635-00D1-4CB1-9E7C-DC2B86CB4121}" type="presParOf" srcId="{1F1562F8-934F-4AAE-9F5C-7BBA6CA6D158}" destId="{75FBC9F8-0DFD-4F60-B4B1-D76D0FAB4E44}" srcOrd="1" destOrd="0" presId="urn:microsoft.com/office/officeart/2005/8/layout/list1"/>
    <dgm:cxn modelId="{8BC15727-6BD1-4BED-A95F-2BD689FDC82B}" type="presParOf" srcId="{E89C4D4C-A968-4EDD-B244-58D734A7C8BF}" destId="{43D0ED12-C397-40DF-BE73-979D7A14C070}" srcOrd="5" destOrd="0" presId="urn:microsoft.com/office/officeart/2005/8/layout/list1"/>
    <dgm:cxn modelId="{1261AA94-BD11-49FE-92BC-4BDC4A30ACCE}" type="presParOf" srcId="{E89C4D4C-A968-4EDD-B244-58D734A7C8BF}" destId="{D4A1F78D-8653-4EAD-A21E-C3B7E9FB1278}" srcOrd="6" destOrd="0" presId="urn:microsoft.com/office/officeart/2005/8/layout/list1"/>
    <dgm:cxn modelId="{6EEBE893-94A4-4A93-820D-C9C4395373E1}" type="presParOf" srcId="{E89C4D4C-A968-4EDD-B244-58D734A7C8BF}" destId="{28780525-081B-415C-B832-BE48AF263000}" srcOrd="7" destOrd="0" presId="urn:microsoft.com/office/officeart/2005/8/layout/list1"/>
    <dgm:cxn modelId="{7D4AE3C6-FC71-428F-A80F-688F2554BE77}" type="presParOf" srcId="{E89C4D4C-A968-4EDD-B244-58D734A7C8BF}" destId="{6ADB94D3-052D-461C-B347-4F7A93EC99E4}" srcOrd="8" destOrd="0" presId="urn:microsoft.com/office/officeart/2005/8/layout/list1"/>
    <dgm:cxn modelId="{610BFF86-E50E-472E-8342-BB207E33727E}" type="presParOf" srcId="{6ADB94D3-052D-461C-B347-4F7A93EC99E4}" destId="{91227825-61B6-4E16-9D7A-2F8212DA4761}" srcOrd="0" destOrd="0" presId="urn:microsoft.com/office/officeart/2005/8/layout/list1"/>
    <dgm:cxn modelId="{02D908B2-ED9E-470D-B053-D8FB74D30942}" type="presParOf" srcId="{6ADB94D3-052D-461C-B347-4F7A93EC99E4}" destId="{38F203D3-6AE4-4579-ACA7-4AD40713DA0F}" srcOrd="1" destOrd="0" presId="urn:microsoft.com/office/officeart/2005/8/layout/list1"/>
    <dgm:cxn modelId="{FF21F6D8-C333-42F9-9C75-D4D692F38F92}" type="presParOf" srcId="{E89C4D4C-A968-4EDD-B244-58D734A7C8BF}" destId="{B91B900D-5D6B-4C17-997C-A58559202A0A}" srcOrd="9" destOrd="0" presId="urn:microsoft.com/office/officeart/2005/8/layout/list1"/>
    <dgm:cxn modelId="{0EFA69B3-1CE3-491C-9B5F-5A9097C44A66}" type="presParOf" srcId="{E89C4D4C-A968-4EDD-B244-58D734A7C8BF}" destId="{5A01117B-567C-48C3-9405-6BAF2A205B1D}" srcOrd="10" destOrd="0" presId="urn:microsoft.com/office/officeart/2005/8/layout/list1"/>
    <dgm:cxn modelId="{FF3E8210-28F6-42B0-ADEC-A610EA8D45E3}" type="presParOf" srcId="{E89C4D4C-A968-4EDD-B244-58D734A7C8BF}" destId="{AAB13B3A-A70B-4ED0-BF49-4353E266128C}" srcOrd="11" destOrd="0" presId="urn:microsoft.com/office/officeart/2005/8/layout/list1"/>
    <dgm:cxn modelId="{48B0184D-6C8C-4DD2-9963-0C35DFB83E73}" type="presParOf" srcId="{E89C4D4C-A968-4EDD-B244-58D734A7C8BF}" destId="{96EDA5A3-4E8E-430F-B748-D71BE80DB8D3}" srcOrd="12" destOrd="0" presId="urn:microsoft.com/office/officeart/2005/8/layout/list1"/>
    <dgm:cxn modelId="{6B2A074A-8346-449B-B4FE-4142F5A1FBB5}" type="presParOf" srcId="{96EDA5A3-4E8E-430F-B748-D71BE80DB8D3}" destId="{D5A9A8F2-B7FC-420C-9328-6B066A3FFAA6}" srcOrd="0" destOrd="0" presId="urn:microsoft.com/office/officeart/2005/8/layout/list1"/>
    <dgm:cxn modelId="{04BE7C93-F146-455E-9D72-5692DEB62AFD}" type="presParOf" srcId="{96EDA5A3-4E8E-430F-B748-D71BE80DB8D3}" destId="{5EFB4B40-FCA9-4EA9-BDB1-D5219FAB8D98}" srcOrd="1" destOrd="0" presId="urn:microsoft.com/office/officeart/2005/8/layout/list1"/>
    <dgm:cxn modelId="{F6CEAF3D-568A-4EAC-A4EB-654DD0202ED6}" type="presParOf" srcId="{E89C4D4C-A968-4EDD-B244-58D734A7C8BF}" destId="{33329D31-DC81-430F-9D7A-F95751DF5465}" srcOrd="13" destOrd="0" presId="urn:microsoft.com/office/officeart/2005/8/layout/list1"/>
    <dgm:cxn modelId="{4DBD4B83-03C6-4718-967D-5286E985F305}" type="presParOf" srcId="{E89C4D4C-A968-4EDD-B244-58D734A7C8BF}" destId="{81DBE0E3-48EA-473B-B86B-C1FC69AB80F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E85F57-C1CA-4CE3-8994-AD640160ADD6}" type="doc">
      <dgm:prSet loTypeId="urn:microsoft.com/office/officeart/2005/8/layout/list1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E8EF47EF-CDF7-4183-A6E2-365F53D03D50}">
      <dgm:prSet/>
      <dgm:spPr/>
      <dgm:t>
        <a:bodyPr/>
        <a:lstStyle/>
        <a:p>
          <a:r>
            <a:rPr lang="en-US" b="1"/>
            <a:t>Trần Văn Ngọ </a:t>
          </a:r>
          <a:endParaRPr lang="en-US"/>
        </a:p>
      </dgm:t>
    </dgm:pt>
    <dgm:pt modelId="{91F8884A-E149-48CF-AE0B-6D948409662C}" type="parTrans" cxnId="{D009483F-6226-46FC-959C-E8A054DF46E8}">
      <dgm:prSet/>
      <dgm:spPr/>
      <dgm:t>
        <a:bodyPr/>
        <a:lstStyle/>
        <a:p>
          <a:endParaRPr lang="en-US"/>
        </a:p>
      </dgm:t>
    </dgm:pt>
    <dgm:pt modelId="{56D10584-A72D-417C-A2B1-F97EAED0C24F}" type="sibTrans" cxnId="{D009483F-6226-46FC-959C-E8A054DF46E8}">
      <dgm:prSet/>
      <dgm:spPr/>
      <dgm:t>
        <a:bodyPr/>
        <a:lstStyle/>
        <a:p>
          <a:endParaRPr lang="en-US"/>
        </a:p>
      </dgm:t>
    </dgm:pt>
    <dgm:pt modelId="{26DE9198-5CF1-42BB-B19C-6FD772DD429F}">
      <dgm:prSet/>
      <dgm:spPr/>
      <dgm:t>
        <a:bodyPr/>
        <a:lstStyle/>
        <a:p>
          <a:r>
            <a:rPr lang="en-US"/>
            <a:t>Database Administrator (DBA)</a:t>
          </a:r>
        </a:p>
      </dgm:t>
    </dgm:pt>
    <dgm:pt modelId="{AE49F2F9-6358-4427-8CAD-26694615CA59}" type="parTrans" cxnId="{0C3E814D-387B-459F-83C6-9AF9376961E6}">
      <dgm:prSet/>
      <dgm:spPr/>
      <dgm:t>
        <a:bodyPr/>
        <a:lstStyle/>
        <a:p>
          <a:endParaRPr lang="en-US"/>
        </a:p>
      </dgm:t>
    </dgm:pt>
    <dgm:pt modelId="{11E9C6D1-28C7-4BFC-BB56-18BA43EB2CCD}" type="sibTrans" cxnId="{0C3E814D-387B-459F-83C6-9AF9376961E6}">
      <dgm:prSet/>
      <dgm:spPr/>
      <dgm:t>
        <a:bodyPr/>
        <a:lstStyle/>
        <a:p>
          <a:endParaRPr lang="en-US"/>
        </a:p>
      </dgm:t>
    </dgm:pt>
    <dgm:pt modelId="{3BEF7745-00D1-4764-AA4F-707321CA9B07}">
      <dgm:prSet/>
      <dgm:spPr/>
      <dgm:t>
        <a:bodyPr/>
        <a:lstStyle/>
        <a:p>
          <a:r>
            <a:rPr lang="en-US"/>
            <a:t>Developer</a:t>
          </a:r>
        </a:p>
      </dgm:t>
    </dgm:pt>
    <dgm:pt modelId="{EDE8F81B-ACCC-4AF4-AD8D-55B7F4C38466}" type="parTrans" cxnId="{75ABF50C-F4F7-480B-B772-F4BD766E9F0C}">
      <dgm:prSet/>
      <dgm:spPr/>
      <dgm:t>
        <a:bodyPr/>
        <a:lstStyle/>
        <a:p>
          <a:endParaRPr lang="en-US"/>
        </a:p>
      </dgm:t>
    </dgm:pt>
    <dgm:pt modelId="{5817D4C8-D172-4E19-8F80-68F9213FA850}" type="sibTrans" cxnId="{75ABF50C-F4F7-480B-B772-F4BD766E9F0C}">
      <dgm:prSet/>
      <dgm:spPr/>
      <dgm:t>
        <a:bodyPr/>
        <a:lstStyle/>
        <a:p>
          <a:endParaRPr lang="en-US"/>
        </a:p>
      </dgm:t>
    </dgm:pt>
    <dgm:pt modelId="{37ADD011-0793-4E30-B4C2-6351455B67DB}">
      <dgm:prSet/>
      <dgm:spPr/>
      <dgm:t>
        <a:bodyPr/>
        <a:lstStyle/>
        <a:p>
          <a:r>
            <a:rPr lang="en-US" b="1"/>
            <a:t>Responsibilities</a:t>
          </a:r>
          <a:endParaRPr lang="en-US"/>
        </a:p>
      </dgm:t>
    </dgm:pt>
    <dgm:pt modelId="{052873F4-EC7C-45F6-9381-9028FCD1C281}" type="parTrans" cxnId="{CAC5BC07-D426-4D80-A35B-675983E701B5}">
      <dgm:prSet/>
      <dgm:spPr/>
      <dgm:t>
        <a:bodyPr/>
        <a:lstStyle/>
        <a:p>
          <a:endParaRPr lang="en-US"/>
        </a:p>
      </dgm:t>
    </dgm:pt>
    <dgm:pt modelId="{973B8FEB-03D9-4524-8595-6BC58DF096A1}" type="sibTrans" cxnId="{CAC5BC07-D426-4D80-A35B-675983E701B5}">
      <dgm:prSet/>
      <dgm:spPr/>
      <dgm:t>
        <a:bodyPr/>
        <a:lstStyle/>
        <a:p>
          <a:endParaRPr lang="en-US"/>
        </a:p>
      </dgm:t>
    </dgm:pt>
    <dgm:pt modelId="{41798F46-47E7-40E0-811A-2F1C9B05330A}">
      <dgm:prSet/>
      <dgm:spPr/>
      <dgm:t>
        <a:bodyPr/>
        <a:lstStyle/>
        <a:p>
          <a:r>
            <a:rPr lang="vi-VN"/>
            <a:t>Lên kế hoạch, cài đặt, cấu hình, quản trị cơ sở dữ liệu</a:t>
          </a:r>
          <a:r>
            <a:rPr lang="en-US"/>
            <a:t>.</a:t>
          </a:r>
        </a:p>
      </dgm:t>
    </dgm:pt>
    <dgm:pt modelId="{18D169A9-1B9E-4497-9DC1-0BEDABD91951}" type="parTrans" cxnId="{25C56C07-F8F4-445A-BBEE-AA20DFD26B22}">
      <dgm:prSet/>
      <dgm:spPr/>
      <dgm:t>
        <a:bodyPr/>
        <a:lstStyle/>
        <a:p>
          <a:endParaRPr lang="en-US"/>
        </a:p>
      </dgm:t>
    </dgm:pt>
    <dgm:pt modelId="{2EBB1332-CB90-4D38-8769-C5ACE8493520}" type="sibTrans" cxnId="{25C56C07-F8F4-445A-BBEE-AA20DFD26B22}">
      <dgm:prSet/>
      <dgm:spPr/>
      <dgm:t>
        <a:bodyPr/>
        <a:lstStyle/>
        <a:p>
          <a:endParaRPr lang="en-US"/>
        </a:p>
      </dgm:t>
    </dgm:pt>
    <dgm:pt modelId="{A9BEDB6F-D92C-46CA-AD24-DAFFED0304DD}">
      <dgm:prSet/>
      <dgm:spPr/>
      <dgm:t>
        <a:bodyPr/>
        <a:lstStyle/>
        <a:p>
          <a:r>
            <a:rPr lang="en-US"/>
            <a:t>Lên kế hoạch và theo dõi hay phân bổ tài nguyên một cách hợp lý.</a:t>
          </a:r>
        </a:p>
      </dgm:t>
    </dgm:pt>
    <dgm:pt modelId="{67D67503-952B-4A04-9345-C829C4EA452D}" type="parTrans" cxnId="{A006D786-405E-4A5B-868F-6C9A87982488}">
      <dgm:prSet/>
      <dgm:spPr/>
      <dgm:t>
        <a:bodyPr/>
        <a:lstStyle/>
        <a:p>
          <a:endParaRPr lang="en-US"/>
        </a:p>
      </dgm:t>
    </dgm:pt>
    <dgm:pt modelId="{CD54DEE0-EABE-4CCD-BC17-39C18FC53713}" type="sibTrans" cxnId="{A006D786-405E-4A5B-868F-6C9A87982488}">
      <dgm:prSet/>
      <dgm:spPr/>
      <dgm:t>
        <a:bodyPr/>
        <a:lstStyle/>
        <a:p>
          <a:endParaRPr lang="en-US"/>
        </a:p>
      </dgm:t>
    </dgm:pt>
    <dgm:pt modelId="{67D71C99-96C6-43C2-B28C-0592708F54A5}">
      <dgm:prSet/>
      <dgm:spPr/>
      <dgm:t>
        <a:bodyPr/>
        <a:lstStyle/>
        <a:p>
          <a:r>
            <a:rPr lang="vi-VN"/>
            <a:t>Quản trị, tối ưu hóa hiệu suất của dữ liệu</a:t>
          </a:r>
          <a:r>
            <a:rPr lang="en-US"/>
            <a:t>.</a:t>
          </a:r>
        </a:p>
      </dgm:t>
    </dgm:pt>
    <dgm:pt modelId="{2E3D8E3E-8BAB-4D79-ACA9-AE459183F5C5}" type="parTrans" cxnId="{3C6E386E-DEB9-4119-80F3-FA482141F098}">
      <dgm:prSet/>
      <dgm:spPr/>
      <dgm:t>
        <a:bodyPr/>
        <a:lstStyle/>
        <a:p>
          <a:endParaRPr lang="en-US"/>
        </a:p>
      </dgm:t>
    </dgm:pt>
    <dgm:pt modelId="{91E3A765-CA70-4AD4-BDF1-56C6AD16DCAA}" type="sibTrans" cxnId="{3C6E386E-DEB9-4119-80F3-FA482141F098}">
      <dgm:prSet/>
      <dgm:spPr/>
      <dgm:t>
        <a:bodyPr/>
        <a:lstStyle/>
        <a:p>
          <a:endParaRPr lang="en-US"/>
        </a:p>
      </dgm:t>
    </dgm:pt>
    <dgm:pt modelId="{262F0808-E24A-47B5-AF69-7889B6D5DA8E}">
      <dgm:prSet/>
      <dgm:spPr/>
      <dgm:t>
        <a:bodyPr/>
        <a:lstStyle/>
        <a:p>
          <a:r>
            <a:rPr lang="en-US" b="1"/>
            <a:t>Tasks</a:t>
          </a:r>
          <a:endParaRPr lang="en-US"/>
        </a:p>
      </dgm:t>
    </dgm:pt>
    <dgm:pt modelId="{D422BC01-B5F8-489C-A91D-ED49E0F454A5}" type="parTrans" cxnId="{097C62A5-3A4B-4FA0-A3FB-C28B2C627071}">
      <dgm:prSet/>
      <dgm:spPr/>
      <dgm:t>
        <a:bodyPr/>
        <a:lstStyle/>
        <a:p>
          <a:endParaRPr lang="en-US"/>
        </a:p>
      </dgm:t>
    </dgm:pt>
    <dgm:pt modelId="{73A709ED-1180-48C8-9CBC-F23AD1DCE9EB}" type="sibTrans" cxnId="{097C62A5-3A4B-4FA0-A3FB-C28B2C627071}">
      <dgm:prSet/>
      <dgm:spPr/>
      <dgm:t>
        <a:bodyPr/>
        <a:lstStyle/>
        <a:p>
          <a:endParaRPr lang="en-US"/>
        </a:p>
      </dgm:t>
    </dgm:pt>
    <dgm:pt modelId="{CF6CE70C-FE90-43D2-9DE3-BD97E985C990}">
      <dgm:prSet/>
      <dgm:spPr/>
      <dgm:t>
        <a:bodyPr/>
        <a:lstStyle/>
        <a:p>
          <a:r>
            <a:rPr lang="en-US"/>
            <a:t>Thiết kế hệ thống database lưu trữ.</a:t>
          </a:r>
        </a:p>
      </dgm:t>
    </dgm:pt>
    <dgm:pt modelId="{03139A65-A734-474D-A424-4900306C4D2F}" type="parTrans" cxnId="{4719A7A0-A936-4929-832B-ED4A1C4662C1}">
      <dgm:prSet/>
      <dgm:spPr/>
      <dgm:t>
        <a:bodyPr/>
        <a:lstStyle/>
        <a:p>
          <a:endParaRPr lang="en-US"/>
        </a:p>
      </dgm:t>
    </dgm:pt>
    <dgm:pt modelId="{E0563426-C04E-460D-A08C-627FE0734990}" type="sibTrans" cxnId="{4719A7A0-A936-4929-832B-ED4A1C4662C1}">
      <dgm:prSet/>
      <dgm:spPr/>
      <dgm:t>
        <a:bodyPr/>
        <a:lstStyle/>
        <a:p>
          <a:endParaRPr lang="en-US"/>
        </a:p>
      </dgm:t>
    </dgm:pt>
    <dgm:pt modelId="{A75D5847-4DF8-45BF-85EB-7D8E24C43FC5}">
      <dgm:prSet/>
      <dgm:spPr/>
      <dgm:t>
        <a:bodyPr/>
        <a:lstStyle/>
        <a:p>
          <a:r>
            <a:rPr lang="en-US"/>
            <a:t>Tạo calculated column.</a:t>
          </a:r>
        </a:p>
      </dgm:t>
    </dgm:pt>
    <dgm:pt modelId="{C0AE7E30-24B8-483F-ACC5-232D80E3056D}" type="parTrans" cxnId="{AE880D26-C9B0-4695-93C2-5E5B9E75DADF}">
      <dgm:prSet/>
      <dgm:spPr/>
      <dgm:t>
        <a:bodyPr/>
        <a:lstStyle/>
        <a:p>
          <a:endParaRPr lang="en-US"/>
        </a:p>
      </dgm:t>
    </dgm:pt>
    <dgm:pt modelId="{11AED445-CF71-4757-BAB8-40BFB3644A3F}" type="sibTrans" cxnId="{AE880D26-C9B0-4695-93C2-5E5B9E75DADF}">
      <dgm:prSet/>
      <dgm:spPr/>
      <dgm:t>
        <a:bodyPr/>
        <a:lstStyle/>
        <a:p>
          <a:endParaRPr lang="en-US"/>
        </a:p>
      </dgm:t>
    </dgm:pt>
    <dgm:pt modelId="{CE134BC7-B841-4B4D-BEA7-85ADB4C675F2}">
      <dgm:prSet/>
      <dgm:spPr/>
      <dgm:t>
        <a:bodyPr/>
        <a:lstStyle/>
        <a:p>
          <a:r>
            <a:rPr lang="en-US"/>
            <a:t>Trực quan hóa dữ liệu.</a:t>
          </a:r>
        </a:p>
      </dgm:t>
    </dgm:pt>
    <dgm:pt modelId="{8F13CADF-F8DD-4697-8EE7-89D0102BBD04}" type="parTrans" cxnId="{BCAD3BAE-5762-44B0-8325-81B66E50A8F0}">
      <dgm:prSet/>
      <dgm:spPr/>
      <dgm:t>
        <a:bodyPr/>
        <a:lstStyle/>
        <a:p>
          <a:endParaRPr lang="en-US"/>
        </a:p>
      </dgm:t>
    </dgm:pt>
    <dgm:pt modelId="{58177CA9-E03D-410B-8D1D-5982030D8905}" type="sibTrans" cxnId="{BCAD3BAE-5762-44B0-8325-81B66E50A8F0}">
      <dgm:prSet/>
      <dgm:spPr/>
      <dgm:t>
        <a:bodyPr/>
        <a:lstStyle/>
        <a:p>
          <a:endParaRPr lang="en-US"/>
        </a:p>
      </dgm:t>
    </dgm:pt>
    <dgm:pt modelId="{9874D486-ED6D-41A4-8842-387845D0E09D}">
      <dgm:prSet/>
      <dgm:spPr/>
      <dgm:t>
        <a:bodyPr/>
        <a:lstStyle/>
        <a:p>
          <a:r>
            <a:rPr lang="en-US" b="1"/>
            <a:t>Reports to</a:t>
          </a:r>
          <a:endParaRPr lang="en-US"/>
        </a:p>
      </dgm:t>
    </dgm:pt>
    <dgm:pt modelId="{4528C607-D0AD-494F-8F82-097A4BF02089}" type="parTrans" cxnId="{AAF183A0-8016-41C0-A1A7-03125225DF48}">
      <dgm:prSet/>
      <dgm:spPr/>
      <dgm:t>
        <a:bodyPr/>
        <a:lstStyle/>
        <a:p>
          <a:endParaRPr lang="en-US"/>
        </a:p>
      </dgm:t>
    </dgm:pt>
    <dgm:pt modelId="{BF2DD36E-6918-4F3E-A5B6-3316658FA80E}" type="sibTrans" cxnId="{AAF183A0-8016-41C0-A1A7-03125225DF48}">
      <dgm:prSet/>
      <dgm:spPr/>
      <dgm:t>
        <a:bodyPr/>
        <a:lstStyle/>
        <a:p>
          <a:endParaRPr lang="en-US"/>
        </a:p>
      </dgm:t>
    </dgm:pt>
    <dgm:pt modelId="{00118E86-7D8F-491E-A1C7-315069DE788C}">
      <dgm:prSet/>
      <dgm:spPr/>
      <dgm:t>
        <a:bodyPr/>
        <a:lstStyle/>
        <a:p>
          <a:r>
            <a:rPr lang="en-US"/>
            <a:t>Team lead.</a:t>
          </a:r>
        </a:p>
      </dgm:t>
    </dgm:pt>
    <dgm:pt modelId="{74AFD293-9491-4440-8ABF-A80BB709F079}" type="parTrans" cxnId="{7DB81540-1234-421D-9E96-F66791D207A6}">
      <dgm:prSet/>
      <dgm:spPr/>
      <dgm:t>
        <a:bodyPr/>
        <a:lstStyle/>
        <a:p>
          <a:endParaRPr lang="en-US"/>
        </a:p>
      </dgm:t>
    </dgm:pt>
    <dgm:pt modelId="{EAF18007-E3BE-4C71-897A-FE1A4C8D0471}" type="sibTrans" cxnId="{7DB81540-1234-421D-9E96-F66791D207A6}">
      <dgm:prSet/>
      <dgm:spPr/>
      <dgm:t>
        <a:bodyPr/>
        <a:lstStyle/>
        <a:p>
          <a:endParaRPr lang="en-US"/>
        </a:p>
      </dgm:t>
    </dgm:pt>
    <dgm:pt modelId="{F4502CF5-1B81-4C08-9E1D-A0620537D164}" type="pres">
      <dgm:prSet presAssocID="{F1E85F57-C1CA-4CE3-8994-AD640160ADD6}" presName="linear" presStyleCnt="0">
        <dgm:presLayoutVars>
          <dgm:dir/>
          <dgm:animLvl val="lvl"/>
          <dgm:resizeHandles val="exact"/>
        </dgm:presLayoutVars>
      </dgm:prSet>
      <dgm:spPr/>
    </dgm:pt>
    <dgm:pt modelId="{84BFF89E-41DA-4676-8B73-917DEE6AD6C8}" type="pres">
      <dgm:prSet presAssocID="{E8EF47EF-CDF7-4183-A6E2-365F53D03D50}" presName="parentLin" presStyleCnt="0"/>
      <dgm:spPr/>
    </dgm:pt>
    <dgm:pt modelId="{6C375C3B-D694-49A7-8789-7DD6063FB268}" type="pres">
      <dgm:prSet presAssocID="{E8EF47EF-CDF7-4183-A6E2-365F53D03D50}" presName="parentLeftMargin" presStyleLbl="node1" presStyleIdx="0" presStyleCnt="4"/>
      <dgm:spPr/>
    </dgm:pt>
    <dgm:pt modelId="{D97E945B-E5D8-4D65-8F02-66BF03631ACA}" type="pres">
      <dgm:prSet presAssocID="{E8EF47EF-CDF7-4183-A6E2-365F53D03D5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65B2A16-A2D5-4985-AB46-FD8235E20EA2}" type="pres">
      <dgm:prSet presAssocID="{E8EF47EF-CDF7-4183-A6E2-365F53D03D50}" presName="negativeSpace" presStyleCnt="0"/>
      <dgm:spPr/>
    </dgm:pt>
    <dgm:pt modelId="{977DA09E-2071-41D5-B583-7F38C2F94BF9}" type="pres">
      <dgm:prSet presAssocID="{E8EF47EF-CDF7-4183-A6E2-365F53D03D50}" presName="childText" presStyleLbl="conFgAcc1" presStyleIdx="0" presStyleCnt="4">
        <dgm:presLayoutVars>
          <dgm:bulletEnabled val="1"/>
        </dgm:presLayoutVars>
      </dgm:prSet>
      <dgm:spPr/>
    </dgm:pt>
    <dgm:pt modelId="{98E56EBB-C21E-4073-9ED8-5707E27C0A07}" type="pres">
      <dgm:prSet presAssocID="{56D10584-A72D-417C-A2B1-F97EAED0C24F}" presName="spaceBetweenRectangles" presStyleCnt="0"/>
      <dgm:spPr/>
    </dgm:pt>
    <dgm:pt modelId="{47E3A8AF-4361-4119-97CD-312E7FE0BEC2}" type="pres">
      <dgm:prSet presAssocID="{37ADD011-0793-4E30-B4C2-6351455B67DB}" presName="parentLin" presStyleCnt="0"/>
      <dgm:spPr/>
    </dgm:pt>
    <dgm:pt modelId="{BBF009F2-CE15-4259-8C4F-2D1F856CF768}" type="pres">
      <dgm:prSet presAssocID="{37ADD011-0793-4E30-B4C2-6351455B67DB}" presName="parentLeftMargin" presStyleLbl="node1" presStyleIdx="0" presStyleCnt="4"/>
      <dgm:spPr/>
    </dgm:pt>
    <dgm:pt modelId="{DEEF8B27-2164-4A36-B18C-3A95971B8DA9}" type="pres">
      <dgm:prSet presAssocID="{37ADD011-0793-4E30-B4C2-6351455B67D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3CBC4004-B142-47B3-9185-35355AD3D0E5}" type="pres">
      <dgm:prSet presAssocID="{37ADD011-0793-4E30-B4C2-6351455B67DB}" presName="negativeSpace" presStyleCnt="0"/>
      <dgm:spPr/>
    </dgm:pt>
    <dgm:pt modelId="{4517CCC7-9A40-4590-AB5B-55DBF71BB4AB}" type="pres">
      <dgm:prSet presAssocID="{37ADD011-0793-4E30-B4C2-6351455B67DB}" presName="childText" presStyleLbl="conFgAcc1" presStyleIdx="1" presStyleCnt="4">
        <dgm:presLayoutVars>
          <dgm:bulletEnabled val="1"/>
        </dgm:presLayoutVars>
      </dgm:prSet>
      <dgm:spPr/>
    </dgm:pt>
    <dgm:pt modelId="{B55EFD14-1D85-4E2C-9C80-B7C042A89183}" type="pres">
      <dgm:prSet presAssocID="{973B8FEB-03D9-4524-8595-6BC58DF096A1}" presName="spaceBetweenRectangles" presStyleCnt="0"/>
      <dgm:spPr/>
    </dgm:pt>
    <dgm:pt modelId="{1CBB61DB-E8C9-43B3-8808-0D03290AFB34}" type="pres">
      <dgm:prSet presAssocID="{262F0808-E24A-47B5-AF69-7889B6D5DA8E}" presName="parentLin" presStyleCnt="0"/>
      <dgm:spPr/>
    </dgm:pt>
    <dgm:pt modelId="{37BBD6C0-ACB8-43AC-B2E5-CAE29736B9FD}" type="pres">
      <dgm:prSet presAssocID="{262F0808-E24A-47B5-AF69-7889B6D5DA8E}" presName="parentLeftMargin" presStyleLbl="node1" presStyleIdx="1" presStyleCnt="4"/>
      <dgm:spPr/>
    </dgm:pt>
    <dgm:pt modelId="{E85DA2BC-B7B7-449E-9445-461B5BC148DA}" type="pres">
      <dgm:prSet presAssocID="{262F0808-E24A-47B5-AF69-7889B6D5DA8E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0EA8A70-871F-44D2-B8B9-0711D0CCDB2B}" type="pres">
      <dgm:prSet presAssocID="{262F0808-E24A-47B5-AF69-7889B6D5DA8E}" presName="negativeSpace" presStyleCnt="0"/>
      <dgm:spPr/>
    </dgm:pt>
    <dgm:pt modelId="{A39A2AA7-BAB0-4FCD-A362-D290A8240805}" type="pres">
      <dgm:prSet presAssocID="{262F0808-E24A-47B5-AF69-7889B6D5DA8E}" presName="childText" presStyleLbl="conFgAcc1" presStyleIdx="2" presStyleCnt="4">
        <dgm:presLayoutVars>
          <dgm:bulletEnabled val="1"/>
        </dgm:presLayoutVars>
      </dgm:prSet>
      <dgm:spPr/>
    </dgm:pt>
    <dgm:pt modelId="{26C522EC-BA87-452C-9868-D483A04FFE3C}" type="pres">
      <dgm:prSet presAssocID="{73A709ED-1180-48C8-9CBC-F23AD1DCE9EB}" presName="spaceBetweenRectangles" presStyleCnt="0"/>
      <dgm:spPr/>
    </dgm:pt>
    <dgm:pt modelId="{796EA9EF-0EF2-400E-BBB3-14D2F809B84B}" type="pres">
      <dgm:prSet presAssocID="{9874D486-ED6D-41A4-8842-387845D0E09D}" presName="parentLin" presStyleCnt="0"/>
      <dgm:spPr/>
    </dgm:pt>
    <dgm:pt modelId="{7E3F382C-69BC-4590-8F49-37162E15E905}" type="pres">
      <dgm:prSet presAssocID="{9874D486-ED6D-41A4-8842-387845D0E09D}" presName="parentLeftMargin" presStyleLbl="node1" presStyleIdx="2" presStyleCnt="4"/>
      <dgm:spPr/>
    </dgm:pt>
    <dgm:pt modelId="{EB4808A2-002F-4E53-A48A-5F3FB7C9EEFB}" type="pres">
      <dgm:prSet presAssocID="{9874D486-ED6D-41A4-8842-387845D0E09D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4A62F154-9648-4480-AF52-BD8F598AACD0}" type="pres">
      <dgm:prSet presAssocID="{9874D486-ED6D-41A4-8842-387845D0E09D}" presName="negativeSpace" presStyleCnt="0"/>
      <dgm:spPr/>
    </dgm:pt>
    <dgm:pt modelId="{C5E47D51-F965-43D3-B097-0490CD1849CA}" type="pres">
      <dgm:prSet presAssocID="{9874D486-ED6D-41A4-8842-387845D0E09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AD547A02-958F-4DE1-A0D2-75EAF5BEBF98}" type="presOf" srcId="{CF6CE70C-FE90-43D2-9DE3-BD97E985C990}" destId="{A39A2AA7-BAB0-4FCD-A362-D290A8240805}" srcOrd="0" destOrd="0" presId="urn:microsoft.com/office/officeart/2005/8/layout/list1"/>
    <dgm:cxn modelId="{25C56C07-F8F4-445A-BBEE-AA20DFD26B22}" srcId="{37ADD011-0793-4E30-B4C2-6351455B67DB}" destId="{41798F46-47E7-40E0-811A-2F1C9B05330A}" srcOrd="0" destOrd="0" parTransId="{18D169A9-1B9E-4497-9DC1-0BEDABD91951}" sibTransId="{2EBB1332-CB90-4D38-8769-C5ACE8493520}"/>
    <dgm:cxn modelId="{CAC5BC07-D426-4D80-A35B-675983E701B5}" srcId="{F1E85F57-C1CA-4CE3-8994-AD640160ADD6}" destId="{37ADD011-0793-4E30-B4C2-6351455B67DB}" srcOrd="1" destOrd="0" parTransId="{052873F4-EC7C-45F6-9381-9028FCD1C281}" sibTransId="{973B8FEB-03D9-4524-8595-6BC58DF096A1}"/>
    <dgm:cxn modelId="{75ABF50C-F4F7-480B-B772-F4BD766E9F0C}" srcId="{E8EF47EF-CDF7-4183-A6E2-365F53D03D50}" destId="{3BEF7745-00D1-4764-AA4F-707321CA9B07}" srcOrd="1" destOrd="0" parTransId="{EDE8F81B-ACCC-4AF4-AD8D-55B7F4C38466}" sibTransId="{5817D4C8-D172-4E19-8F80-68F9213FA850}"/>
    <dgm:cxn modelId="{AE880D26-C9B0-4695-93C2-5E5B9E75DADF}" srcId="{262F0808-E24A-47B5-AF69-7889B6D5DA8E}" destId="{A75D5847-4DF8-45BF-85EB-7D8E24C43FC5}" srcOrd="1" destOrd="0" parTransId="{C0AE7E30-24B8-483F-ACC5-232D80E3056D}" sibTransId="{11AED445-CF71-4757-BAB8-40BFB3644A3F}"/>
    <dgm:cxn modelId="{EF22AD27-543F-47AB-989F-26C00EC7D45D}" type="presOf" srcId="{41798F46-47E7-40E0-811A-2F1C9B05330A}" destId="{4517CCC7-9A40-4590-AB5B-55DBF71BB4AB}" srcOrd="0" destOrd="0" presId="urn:microsoft.com/office/officeart/2005/8/layout/list1"/>
    <dgm:cxn modelId="{31803E3A-22DE-47A2-AE6F-B97D7FA2A6BA}" type="presOf" srcId="{F1E85F57-C1CA-4CE3-8994-AD640160ADD6}" destId="{F4502CF5-1B81-4C08-9E1D-A0620537D164}" srcOrd="0" destOrd="0" presId="urn:microsoft.com/office/officeart/2005/8/layout/list1"/>
    <dgm:cxn modelId="{6A762F3C-2738-472A-A422-50B3F32A63D2}" type="presOf" srcId="{67D71C99-96C6-43C2-B28C-0592708F54A5}" destId="{4517CCC7-9A40-4590-AB5B-55DBF71BB4AB}" srcOrd="0" destOrd="2" presId="urn:microsoft.com/office/officeart/2005/8/layout/list1"/>
    <dgm:cxn modelId="{61EFCA3C-F601-46ED-85DF-6ED8B9767B75}" type="presOf" srcId="{262F0808-E24A-47B5-AF69-7889B6D5DA8E}" destId="{E85DA2BC-B7B7-449E-9445-461B5BC148DA}" srcOrd="1" destOrd="0" presId="urn:microsoft.com/office/officeart/2005/8/layout/list1"/>
    <dgm:cxn modelId="{D009483F-6226-46FC-959C-E8A054DF46E8}" srcId="{F1E85F57-C1CA-4CE3-8994-AD640160ADD6}" destId="{E8EF47EF-CDF7-4183-A6E2-365F53D03D50}" srcOrd="0" destOrd="0" parTransId="{91F8884A-E149-48CF-AE0B-6D948409662C}" sibTransId="{56D10584-A72D-417C-A2B1-F97EAED0C24F}"/>
    <dgm:cxn modelId="{7DB81540-1234-421D-9E96-F66791D207A6}" srcId="{9874D486-ED6D-41A4-8842-387845D0E09D}" destId="{00118E86-7D8F-491E-A1C7-315069DE788C}" srcOrd="0" destOrd="0" parTransId="{74AFD293-9491-4440-8ABF-A80BB709F079}" sibTransId="{EAF18007-E3BE-4C71-897A-FE1A4C8D0471}"/>
    <dgm:cxn modelId="{133DCC48-6A7F-4DA8-B350-8AA299849A30}" type="presOf" srcId="{9874D486-ED6D-41A4-8842-387845D0E09D}" destId="{EB4808A2-002F-4E53-A48A-5F3FB7C9EEFB}" srcOrd="1" destOrd="0" presId="urn:microsoft.com/office/officeart/2005/8/layout/list1"/>
    <dgm:cxn modelId="{3C65D56B-6F4B-4ED6-BCBC-BE377C4BEC3E}" type="presOf" srcId="{37ADD011-0793-4E30-B4C2-6351455B67DB}" destId="{DEEF8B27-2164-4A36-B18C-3A95971B8DA9}" srcOrd="1" destOrd="0" presId="urn:microsoft.com/office/officeart/2005/8/layout/list1"/>
    <dgm:cxn modelId="{0C3E814D-387B-459F-83C6-9AF9376961E6}" srcId="{E8EF47EF-CDF7-4183-A6E2-365F53D03D50}" destId="{26DE9198-5CF1-42BB-B19C-6FD772DD429F}" srcOrd="0" destOrd="0" parTransId="{AE49F2F9-6358-4427-8CAD-26694615CA59}" sibTransId="{11E9C6D1-28C7-4BFC-BB56-18BA43EB2CCD}"/>
    <dgm:cxn modelId="{3C6E386E-DEB9-4119-80F3-FA482141F098}" srcId="{37ADD011-0793-4E30-B4C2-6351455B67DB}" destId="{67D71C99-96C6-43C2-B28C-0592708F54A5}" srcOrd="2" destOrd="0" parTransId="{2E3D8E3E-8BAB-4D79-ACA9-AE459183F5C5}" sibTransId="{91E3A765-CA70-4AD4-BDF1-56C6AD16DCAA}"/>
    <dgm:cxn modelId="{1CA5744E-8171-46C4-ACCB-691A76086046}" type="presOf" srcId="{3BEF7745-00D1-4764-AA4F-707321CA9B07}" destId="{977DA09E-2071-41D5-B583-7F38C2F94BF9}" srcOrd="0" destOrd="1" presId="urn:microsoft.com/office/officeart/2005/8/layout/list1"/>
    <dgm:cxn modelId="{6837A471-A8B1-4DA1-869A-C926DD9EA896}" type="presOf" srcId="{E8EF47EF-CDF7-4183-A6E2-365F53D03D50}" destId="{D97E945B-E5D8-4D65-8F02-66BF03631ACA}" srcOrd="1" destOrd="0" presId="urn:microsoft.com/office/officeart/2005/8/layout/list1"/>
    <dgm:cxn modelId="{E624F253-5484-482F-89F9-C902BE4124B1}" type="presOf" srcId="{CE134BC7-B841-4B4D-BEA7-85ADB4C675F2}" destId="{A39A2AA7-BAB0-4FCD-A362-D290A8240805}" srcOrd="0" destOrd="2" presId="urn:microsoft.com/office/officeart/2005/8/layout/list1"/>
    <dgm:cxn modelId="{CCF9BC54-0D10-4E04-9F0A-BB646494F25C}" type="presOf" srcId="{26DE9198-5CF1-42BB-B19C-6FD772DD429F}" destId="{977DA09E-2071-41D5-B583-7F38C2F94BF9}" srcOrd="0" destOrd="0" presId="urn:microsoft.com/office/officeart/2005/8/layout/list1"/>
    <dgm:cxn modelId="{24037C58-AC00-4621-ADBC-A9D4521A4F5A}" type="presOf" srcId="{A75D5847-4DF8-45BF-85EB-7D8E24C43FC5}" destId="{A39A2AA7-BAB0-4FCD-A362-D290A8240805}" srcOrd="0" destOrd="1" presId="urn:microsoft.com/office/officeart/2005/8/layout/list1"/>
    <dgm:cxn modelId="{A006D786-405E-4A5B-868F-6C9A87982488}" srcId="{37ADD011-0793-4E30-B4C2-6351455B67DB}" destId="{A9BEDB6F-D92C-46CA-AD24-DAFFED0304DD}" srcOrd="1" destOrd="0" parTransId="{67D67503-952B-4A04-9345-C829C4EA452D}" sibTransId="{CD54DEE0-EABE-4CCD-BC17-39C18FC53713}"/>
    <dgm:cxn modelId="{B5E1A399-D45A-4DB6-8451-6062F5D7D70F}" type="presOf" srcId="{A9BEDB6F-D92C-46CA-AD24-DAFFED0304DD}" destId="{4517CCC7-9A40-4590-AB5B-55DBF71BB4AB}" srcOrd="0" destOrd="1" presId="urn:microsoft.com/office/officeart/2005/8/layout/list1"/>
    <dgm:cxn modelId="{AAF183A0-8016-41C0-A1A7-03125225DF48}" srcId="{F1E85F57-C1CA-4CE3-8994-AD640160ADD6}" destId="{9874D486-ED6D-41A4-8842-387845D0E09D}" srcOrd="3" destOrd="0" parTransId="{4528C607-D0AD-494F-8F82-097A4BF02089}" sibTransId="{BF2DD36E-6918-4F3E-A5B6-3316658FA80E}"/>
    <dgm:cxn modelId="{4719A7A0-A936-4929-832B-ED4A1C4662C1}" srcId="{262F0808-E24A-47B5-AF69-7889B6D5DA8E}" destId="{CF6CE70C-FE90-43D2-9DE3-BD97E985C990}" srcOrd="0" destOrd="0" parTransId="{03139A65-A734-474D-A424-4900306C4D2F}" sibTransId="{E0563426-C04E-460D-A08C-627FE0734990}"/>
    <dgm:cxn modelId="{371676A2-1AEC-450C-A514-EDBFF062DB2E}" type="presOf" srcId="{E8EF47EF-CDF7-4183-A6E2-365F53D03D50}" destId="{6C375C3B-D694-49A7-8789-7DD6063FB268}" srcOrd="0" destOrd="0" presId="urn:microsoft.com/office/officeart/2005/8/layout/list1"/>
    <dgm:cxn modelId="{097C62A5-3A4B-4FA0-A3FB-C28B2C627071}" srcId="{F1E85F57-C1CA-4CE3-8994-AD640160ADD6}" destId="{262F0808-E24A-47B5-AF69-7889B6D5DA8E}" srcOrd="2" destOrd="0" parTransId="{D422BC01-B5F8-489C-A91D-ED49E0F454A5}" sibTransId="{73A709ED-1180-48C8-9CBC-F23AD1DCE9EB}"/>
    <dgm:cxn modelId="{BCAD3BAE-5762-44B0-8325-81B66E50A8F0}" srcId="{262F0808-E24A-47B5-AF69-7889B6D5DA8E}" destId="{CE134BC7-B841-4B4D-BEA7-85ADB4C675F2}" srcOrd="2" destOrd="0" parTransId="{8F13CADF-F8DD-4697-8EE7-89D0102BBD04}" sibTransId="{58177CA9-E03D-410B-8D1D-5982030D8905}"/>
    <dgm:cxn modelId="{8B1AF8B4-AC18-4939-9BAC-426AAC0B8565}" type="presOf" srcId="{00118E86-7D8F-491E-A1C7-315069DE788C}" destId="{C5E47D51-F965-43D3-B097-0490CD1849CA}" srcOrd="0" destOrd="0" presId="urn:microsoft.com/office/officeart/2005/8/layout/list1"/>
    <dgm:cxn modelId="{CFB6BACF-E7C3-422D-9178-3EACE64A75CE}" type="presOf" srcId="{262F0808-E24A-47B5-AF69-7889B6D5DA8E}" destId="{37BBD6C0-ACB8-43AC-B2E5-CAE29736B9FD}" srcOrd="0" destOrd="0" presId="urn:microsoft.com/office/officeart/2005/8/layout/list1"/>
    <dgm:cxn modelId="{73E5EEDA-0061-4EDB-BDFE-3B5D642ACEF2}" type="presOf" srcId="{9874D486-ED6D-41A4-8842-387845D0E09D}" destId="{7E3F382C-69BC-4590-8F49-37162E15E905}" srcOrd="0" destOrd="0" presId="urn:microsoft.com/office/officeart/2005/8/layout/list1"/>
    <dgm:cxn modelId="{D1C6F4FA-9D68-4A64-83FF-DD58C4FD6D01}" type="presOf" srcId="{37ADD011-0793-4E30-B4C2-6351455B67DB}" destId="{BBF009F2-CE15-4259-8C4F-2D1F856CF768}" srcOrd="0" destOrd="0" presId="urn:microsoft.com/office/officeart/2005/8/layout/list1"/>
    <dgm:cxn modelId="{ABF6CE35-896E-4E19-A219-13B99104639A}" type="presParOf" srcId="{F4502CF5-1B81-4C08-9E1D-A0620537D164}" destId="{84BFF89E-41DA-4676-8B73-917DEE6AD6C8}" srcOrd="0" destOrd="0" presId="urn:microsoft.com/office/officeart/2005/8/layout/list1"/>
    <dgm:cxn modelId="{3F4E8BB7-E8CA-4935-BF02-4722E0305DA9}" type="presParOf" srcId="{84BFF89E-41DA-4676-8B73-917DEE6AD6C8}" destId="{6C375C3B-D694-49A7-8789-7DD6063FB268}" srcOrd="0" destOrd="0" presId="urn:microsoft.com/office/officeart/2005/8/layout/list1"/>
    <dgm:cxn modelId="{76AB0165-B936-4121-96A7-3DC7BAAF9442}" type="presParOf" srcId="{84BFF89E-41DA-4676-8B73-917DEE6AD6C8}" destId="{D97E945B-E5D8-4D65-8F02-66BF03631ACA}" srcOrd="1" destOrd="0" presId="urn:microsoft.com/office/officeart/2005/8/layout/list1"/>
    <dgm:cxn modelId="{9FF2DE03-1EF0-4B6E-AE6F-1E6F9A8F1216}" type="presParOf" srcId="{F4502CF5-1B81-4C08-9E1D-A0620537D164}" destId="{965B2A16-A2D5-4985-AB46-FD8235E20EA2}" srcOrd="1" destOrd="0" presId="urn:microsoft.com/office/officeart/2005/8/layout/list1"/>
    <dgm:cxn modelId="{65A64C69-D52E-4B7E-8361-529648E138B0}" type="presParOf" srcId="{F4502CF5-1B81-4C08-9E1D-A0620537D164}" destId="{977DA09E-2071-41D5-B583-7F38C2F94BF9}" srcOrd="2" destOrd="0" presId="urn:microsoft.com/office/officeart/2005/8/layout/list1"/>
    <dgm:cxn modelId="{EC3BDEC8-175D-45C8-B547-F1F64AD59D1B}" type="presParOf" srcId="{F4502CF5-1B81-4C08-9E1D-A0620537D164}" destId="{98E56EBB-C21E-4073-9ED8-5707E27C0A07}" srcOrd="3" destOrd="0" presId="urn:microsoft.com/office/officeart/2005/8/layout/list1"/>
    <dgm:cxn modelId="{AEDF642F-F310-4FBD-88D9-B518ABD47A11}" type="presParOf" srcId="{F4502CF5-1B81-4C08-9E1D-A0620537D164}" destId="{47E3A8AF-4361-4119-97CD-312E7FE0BEC2}" srcOrd="4" destOrd="0" presId="urn:microsoft.com/office/officeart/2005/8/layout/list1"/>
    <dgm:cxn modelId="{7367C301-F203-4B6D-9B06-8238DEB2053C}" type="presParOf" srcId="{47E3A8AF-4361-4119-97CD-312E7FE0BEC2}" destId="{BBF009F2-CE15-4259-8C4F-2D1F856CF768}" srcOrd="0" destOrd="0" presId="urn:microsoft.com/office/officeart/2005/8/layout/list1"/>
    <dgm:cxn modelId="{93DA21EF-8523-4038-BF76-84464AE32787}" type="presParOf" srcId="{47E3A8AF-4361-4119-97CD-312E7FE0BEC2}" destId="{DEEF8B27-2164-4A36-B18C-3A95971B8DA9}" srcOrd="1" destOrd="0" presId="urn:microsoft.com/office/officeart/2005/8/layout/list1"/>
    <dgm:cxn modelId="{94D00C5A-E695-4357-86E3-4E4514B88468}" type="presParOf" srcId="{F4502CF5-1B81-4C08-9E1D-A0620537D164}" destId="{3CBC4004-B142-47B3-9185-35355AD3D0E5}" srcOrd="5" destOrd="0" presId="urn:microsoft.com/office/officeart/2005/8/layout/list1"/>
    <dgm:cxn modelId="{AB2E5F42-FFAB-4A8A-ADA5-28701FBC8CAA}" type="presParOf" srcId="{F4502CF5-1B81-4C08-9E1D-A0620537D164}" destId="{4517CCC7-9A40-4590-AB5B-55DBF71BB4AB}" srcOrd="6" destOrd="0" presId="urn:microsoft.com/office/officeart/2005/8/layout/list1"/>
    <dgm:cxn modelId="{C6BFDF90-8776-4012-934F-6CE46E950E2F}" type="presParOf" srcId="{F4502CF5-1B81-4C08-9E1D-A0620537D164}" destId="{B55EFD14-1D85-4E2C-9C80-B7C042A89183}" srcOrd="7" destOrd="0" presId="urn:microsoft.com/office/officeart/2005/8/layout/list1"/>
    <dgm:cxn modelId="{3117433D-8383-4788-9252-C3CBCD59C54D}" type="presParOf" srcId="{F4502CF5-1B81-4C08-9E1D-A0620537D164}" destId="{1CBB61DB-E8C9-43B3-8808-0D03290AFB34}" srcOrd="8" destOrd="0" presId="urn:microsoft.com/office/officeart/2005/8/layout/list1"/>
    <dgm:cxn modelId="{31943CD4-045B-480F-AF4B-4B3B7B6387FA}" type="presParOf" srcId="{1CBB61DB-E8C9-43B3-8808-0D03290AFB34}" destId="{37BBD6C0-ACB8-43AC-B2E5-CAE29736B9FD}" srcOrd="0" destOrd="0" presId="urn:microsoft.com/office/officeart/2005/8/layout/list1"/>
    <dgm:cxn modelId="{5132D67F-FC0F-46FA-AFFF-E4E9C0BC0C51}" type="presParOf" srcId="{1CBB61DB-E8C9-43B3-8808-0D03290AFB34}" destId="{E85DA2BC-B7B7-449E-9445-461B5BC148DA}" srcOrd="1" destOrd="0" presId="urn:microsoft.com/office/officeart/2005/8/layout/list1"/>
    <dgm:cxn modelId="{F7ECD9F6-3F09-4CAA-851F-E55C222D8237}" type="presParOf" srcId="{F4502CF5-1B81-4C08-9E1D-A0620537D164}" destId="{F0EA8A70-871F-44D2-B8B9-0711D0CCDB2B}" srcOrd="9" destOrd="0" presId="urn:microsoft.com/office/officeart/2005/8/layout/list1"/>
    <dgm:cxn modelId="{7622696D-4F56-494E-838C-3E335AE5D69F}" type="presParOf" srcId="{F4502CF5-1B81-4C08-9E1D-A0620537D164}" destId="{A39A2AA7-BAB0-4FCD-A362-D290A8240805}" srcOrd="10" destOrd="0" presId="urn:microsoft.com/office/officeart/2005/8/layout/list1"/>
    <dgm:cxn modelId="{ED82B89E-0A6D-4AD5-872A-289D81D22518}" type="presParOf" srcId="{F4502CF5-1B81-4C08-9E1D-A0620537D164}" destId="{26C522EC-BA87-452C-9868-D483A04FFE3C}" srcOrd="11" destOrd="0" presId="urn:microsoft.com/office/officeart/2005/8/layout/list1"/>
    <dgm:cxn modelId="{E061214C-474C-4D28-8A23-119401A3B20B}" type="presParOf" srcId="{F4502CF5-1B81-4C08-9E1D-A0620537D164}" destId="{796EA9EF-0EF2-400E-BBB3-14D2F809B84B}" srcOrd="12" destOrd="0" presId="urn:microsoft.com/office/officeart/2005/8/layout/list1"/>
    <dgm:cxn modelId="{E777C09B-9CA1-4B4A-AB76-401C2D9EAF05}" type="presParOf" srcId="{796EA9EF-0EF2-400E-BBB3-14D2F809B84B}" destId="{7E3F382C-69BC-4590-8F49-37162E15E905}" srcOrd="0" destOrd="0" presId="urn:microsoft.com/office/officeart/2005/8/layout/list1"/>
    <dgm:cxn modelId="{333C42E4-E23B-4051-B50D-FFC45E76A5C7}" type="presParOf" srcId="{796EA9EF-0EF2-400E-BBB3-14D2F809B84B}" destId="{EB4808A2-002F-4E53-A48A-5F3FB7C9EEFB}" srcOrd="1" destOrd="0" presId="urn:microsoft.com/office/officeart/2005/8/layout/list1"/>
    <dgm:cxn modelId="{33077535-B46C-404F-A266-6B08DC54C73E}" type="presParOf" srcId="{F4502CF5-1B81-4C08-9E1D-A0620537D164}" destId="{4A62F154-9648-4480-AF52-BD8F598AACD0}" srcOrd="13" destOrd="0" presId="urn:microsoft.com/office/officeart/2005/8/layout/list1"/>
    <dgm:cxn modelId="{5ABE0A8E-EC1A-4AB2-8743-86853AFCE7EC}" type="presParOf" srcId="{F4502CF5-1B81-4C08-9E1D-A0620537D164}" destId="{C5E47D51-F965-43D3-B097-0490CD1849CA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D38DA1-A531-4AD4-A710-A0473488F0C1}">
      <dsp:nvSpPr>
        <dsp:cNvPr id="0" name=""/>
        <dsp:cNvSpPr/>
      </dsp:nvSpPr>
      <dsp:spPr>
        <a:xfrm>
          <a:off x="0" y="395936"/>
          <a:ext cx="6815667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Team Leader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Project Lead</a:t>
          </a:r>
        </a:p>
      </dsp:txBody>
      <dsp:txXfrm>
        <a:off x="0" y="395936"/>
        <a:ext cx="6815667" cy="990675"/>
      </dsp:txXfrm>
    </dsp:sp>
    <dsp:sp modelId="{0D8E58A7-A9C6-4D22-ACE1-81253477D5B2}">
      <dsp:nvSpPr>
        <dsp:cNvPr id="0" name=""/>
        <dsp:cNvSpPr/>
      </dsp:nvSpPr>
      <dsp:spPr>
        <a:xfrm>
          <a:off x="340783" y="145016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Nguyễn Văn Tý </a:t>
          </a:r>
          <a:endParaRPr lang="en-US" sz="1700" kern="1200"/>
        </a:p>
      </dsp:txBody>
      <dsp:txXfrm>
        <a:off x="365281" y="169514"/>
        <a:ext cx="4721970" cy="452844"/>
      </dsp:txXfrm>
    </dsp:sp>
    <dsp:sp modelId="{6CB32E61-9364-448B-AA8C-916BDFEA0F72}">
      <dsp:nvSpPr>
        <dsp:cNvPr id="0" name=""/>
        <dsp:cNvSpPr/>
      </dsp:nvSpPr>
      <dsp:spPr>
        <a:xfrm>
          <a:off x="0" y="1729331"/>
          <a:ext cx="6815667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Lên kế hoạch và lịch trình dự án.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Quản lý team, tasks.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Giao tiếp làm việc với các bên liên quan.</a:t>
          </a:r>
        </a:p>
      </dsp:txBody>
      <dsp:txXfrm>
        <a:off x="0" y="1729331"/>
        <a:ext cx="6815667" cy="1285200"/>
      </dsp:txXfrm>
    </dsp:sp>
    <dsp:sp modelId="{4C21C9A3-1B9C-4E4A-A0DF-5D2B4A3CB1BB}">
      <dsp:nvSpPr>
        <dsp:cNvPr id="0" name=""/>
        <dsp:cNvSpPr/>
      </dsp:nvSpPr>
      <dsp:spPr>
        <a:xfrm>
          <a:off x="340783" y="147841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Responsibilities</a:t>
          </a:r>
          <a:endParaRPr lang="en-US" sz="1700" kern="1200"/>
        </a:p>
      </dsp:txBody>
      <dsp:txXfrm>
        <a:off x="365281" y="1502909"/>
        <a:ext cx="4721970" cy="452844"/>
      </dsp:txXfrm>
    </dsp:sp>
    <dsp:sp modelId="{216CA080-567A-443E-AE52-025D62D68FBA}">
      <dsp:nvSpPr>
        <dsp:cNvPr id="0" name=""/>
        <dsp:cNvSpPr/>
      </dsp:nvSpPr>
      <dsp:spPr>
        <a:xfrm>
          <a:off x="0" y="3357251"/>
          <a:ext cx="6815667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Thiết kế hệ thống.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Tạo measure.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Viết báo cáo.</a:t>
          </a:r>
        </a:p>
      </dsp:txBody>
      <dsp:txXfrm>
        <a:off x="0" y="3357251"/>
        <a:ext cx="6815667" cy="1285200"/>
      </dsp:txXfrm>
    </dsp:sp>
    <dsp:sp modelId="{45C525E6-F074-4846-8F32-EEF47E3D369E}">
      <dsp:nvSpPr>
        <dsp:cNvPr id="0" name=""/>
        <dsp:cNvSpPr/>
      </dsp:nvSpPr>
      <dsp:spPr>
        <a:xfrm>
          <a:off x="340783" y="310633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Tasks</a:t>
          </a:r>
          <a:endParaRPr lang="en-US" sz="1700" kern="1200"/>
        </a:p>
      </dsp:txBody>
      <dsp:txXfrm>
        <a:off x="365281" y="3130829"/>
        <a:ext cx="4721970" cy="452844"/>
      </dsp:txXfrm>
    </dsp:sp>
    <dsp:sp modelId="{EF2E64E6-6C32-4A3E-844B-34F1678BB1F9}">
      <dsp:nvSpPr>
        <dsp:cNvPr id="0" name=""/>
        <dsp:cNvSpPr/>
      </dsp:nvSpPr>
      <dsp:spPr>
        <a:xfrm>
          <a:off x="0" y="4985171"/>
          <a:ext cx="6815667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Giảng viên (Product Owner).</a:t>
          </a:r>
        </a:p>
      </dsp:txBody>
      <dsp:txXfrm>
        <a:off x="0" y="4985171"/>
        <a:ext cx="6815667" cy="722925"/>
      </dsp:txXfrm>
    </dsp:sp>
    <dsp:sp modelId="{F5046488-2511-452B-8A91-4B3CD68443FE}">
      <dsp:nvSpPr>
        <dsp:cNvPr id="0" name=""/>
        <dsp:cNvSpPr/>
      </dsp:nvSpPr>
      <dsp:spPr>
        <a:xfrm>
          <a:off x="340783" y="473425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Reports to</a:t>
          </a:r>
          <a:endParaRPr lang="en-US" sz="1700" kern="1200"/>
        </a:p>
      </dsp:txBody>
      <dsp:txXfrm>
        <a:off x="365281" y="4758749"/>
        <a:ext cx="4721970" cy="4528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C3E84D-04DD-4497-934E-AAB43BF3D70A}">
      <dsp:nvSpPr>
        <dsp:cNvPr id="0" name=""/>
        <dsp:cNvSpPr/>
      </dsp:nvSpPr>
      <dsp:spPr>
        <a:xfrm>
          <a:off x="0" y="395936"/>
          <a:ext cx="6815667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Business Analyst</a:t>
          </a:r>
        </a:p>
      </dsp:txBody>
      <dsp:txXfrm>
        <a:off x="0" y="395936"/>
        <a:ext cx="6815667" cy="722925"/>
      </dsp:txXfrm>
    </dsp:sp>
    <dsp:sp modelId="{23050127-B5EB-4BE3-9CC8-940D547CEF66}">
      <dsp:nvSpPr>
        <dsp:cNvPr id="0" name=""/>
        <dsp:cNvSpPr/>
      </dsp:nvSpPr>
      <dsp:spPr>
        <a:xfrm>
          <a:off x="340783" y="145016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Lê Thị Dậu </a:t>
          </a:r>
          <a:endParaRPr lang="en-US" sz="1700" kern="1200"/>
        </a:p>
      </dsp:txBody>
      <dsp:txXfrm>
        <a:off x="365281" y="169514"/>
        <a:ext cx="4721970" cy="452844"/>
      </dsp:txXfrm>
    </dsp:sp>
    <dsp:sp modelId="{D4A1F78D-8653-4EAD-A21E-C3B7E9FB1278}">
      <dsp:nvSpPr>
        <dsp:cNvPr id="0" name=""/>
        <dsp:cNvSpPr/>
      </dsp:nvSpPr>
      <dsp:spPr>
        <a:xfrm>
          <a:off x="0" y="1461581"/>
          <a:ext cx="6815667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Hỡ trợ xác định dự án.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Tiếp nhận nhu cầu từ các bộ phân và người dùng.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Kiểm tra sản phẩm có bàn giao như yêu cầu của khách hàng.</a:t>
          </a:r>
        </a:p>
      </dsp:txBody>
      <dsp:txXfrm>
        <a:off x="0" y="1461581"/>
        <a:ext cx="6815667" cy="1285200"/>
      </dsp:txXfrm>
    </dsp:sp>
    <dsp:sp modelId="{75FBC9F8-0DFD-4F60-B4B1-D76D0FAB4E44}">
      <dsp:nvSpPr>
        <dsp:cNvPr id="0" name=""/>
        <dsp:cNvSpPr/>
      </dsp:nvSpPr>
      <dsp:spPr>
        <a:xfrm>
          <a:off x="340783" y="121066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Responsibilities</a:t>
          </a:r>
          <a:endParaRPr lang="en-US" sz="1700" kern="1200"/>
        </a:p>
      </dsp:txBody>
      <dsp:txXfrm>
        <a:off x="365281" y="1235159"/>
        <a:ext cx="4721970" cy="452844"/>
      </dsp:txXfrm>
    </dsp:sp>
    <dsp:sp modelId="{5A01117B-567C-48C3-9405-6BAF2A205B1D}">
      <dsp:nvSpPr>
        <dsp:cNvPr id="0" name=""/>
        <dsp:cNvSpPr/>
      </dsp:nvSpPr>
      <dsp:spPr>
        <a:xfrm>
          <a:off x="0" y="3089501"/>
          <a:ext cx="6815667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Lập tài liệu của dự án.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Kiểm tra sản phẩm.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Viết báo cáo.</a:t>
          </a:r>
        </a:p>
      </dsp:txBody>
      <dsp:txXfrm>
        <a:off x="0" y="3089501"/>
        <a:ext cx="6815667" cy="1285200"/>
      </dsp:txXfrm>
    </dsp:sp>
    <dsp:sp modelId="{38F203D3-6AE4-4579-ACA7-4AD40713DA0F}">
      <dsp:nvSpPr>
        <dsp:cNvPr id="0" name=""/>
        <dsp:cNvSpPr/>
      </dsp:nvSpPr>
      <dsp:spPr>
        <a:xfrm>
          <a:off x="340783" y="283858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Tasks</a:t>
          </a:r>
          <a:endParaRPr lang="en-US" sz="1700" kern="1200"/>
        </a:p>
      </dsp:txBody>
      <dsp:txXfrm>
        <a:off x="365281" y="2863079"/>
        <a:ext cx="4721970" cy="452844"/>
      </dsp:txXfrm>
    </dsp:sp>
    <dsp:sp modelId="{81DBE0E3-48EA-473B-B86B-C1FC69AB80FB}">
      <dsp:nvSpPr>
        <dsp:cNvPr id="0" name=""/>
        <dsp:cNvSpPr/>
      </dsp:nvSpPr>
      <dsp:spPr>
        <a:xfrm>
          <a:off x="0" y="4717421"/>
          <a:ext cx="6815667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Giảng viên (Product Owner).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Team lead.</a:t>
          </a:r>
        </a:p>
      </dsp:txBody>
      <dsp:txXfrm>
        <a:off x="0" y="4717421"/>
        <a:ext cx="6815667" cy="990675"/>
      </dsp:txXfrm>
    </dsp:sp>
    <dsp:sp modelId="{5EFB4B40-FCA9-4EA9-BDB1-D5219FAB8D98}">
      <dsp:nvSpPr>
        <dsp:cNvPr id="0" name=""/>
        <dsp:cNvSpPr/>
      </dsp:nvSpPr>
      <dsp:spPr>
        <a:xfrm>
          <a:off x="340783" y="4466501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Reports to</a:t>
          </a:r>
          <a:endParaRPr lang="en-US" sz="1700" kern="1200"/>
        </a:p>
      </dsp:txBody>
      <dsp:txXfrm>
        <a:off x="365281" y="4490999"/>
        <a:ext cx="4721970" cy="45284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DA09E-2071-41D5-B583-7F38C2F94BF9}">
      <dsp:nvSpPr>
        <dsp:cNvPr id="0" name=""/>
        <dsp:cNvSpPr/>
      </dsp:nvSpPr>
      <dsp:spPr>
        <a:xfrm>
          <a:off x="0" y="275448"/>
          <a:ext cx="6815667" cy="9906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Database Administrator (DBA)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Developer</a:t>
          </a:r>
        </a:p>
      </dsp:txBody>
      <dsp:txXfrm>
        <a:off x="0" y="275448"/>
        <a:ext cx="6815667" cy="990675"/>
      </dsp:txXfrm>
    </dsp:sp>
    <dsp:sp modelId="{D97E945B-E5D8-4D65-8F02-66BF03631ACA}">
      <dsp:nvSpPr>
        <dsp:cNvPr id="0" name=""/>
        <dsp:cNvSpPr/>
      </dsp:nvSpPr>
      <dsp:spPr>
        <a:xfrm>
          <a:off x="340783" y="24528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Trần Văn Ngọ </a:t>
          </a:r>
          <a:endParaRPr lang="en-US" sz="1700" kern="1200"/>
        </a:p>
      </dsp:txBody>
      <dsp:txXfrm>
        <a:off x="365281" y="49026"/>
        <a:ext cx="4721970" cy="452844"/>
      </dsp:txXfrm>
    </dsp:sp>
    <dsp:sp modelId="{4517CCC7-9A40-4590-AB5B-55DBF71BB4AB}">
      <dsp:nvSpPr>
        <dsp:cNvPr id="0" name=""/>
        <dsp:cNvSpPr/>
      </dsp:nvSpPr>
      <dsp:spPr>
        <a:xfrm>
          <a:off x="0" y="1608843"/>
          <a:ext cx="6815667" cy="15261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Lên kế hoạch, cài đặt, cấu hình, quản trị cơ sở dữ liệu</a:t>
          </a:r>
          <a:r>
            <a:rPr lang="en-US" sz="1700" kern="1200"/>
            <a:t>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Lên kế hoạch và theo dõi hay phân bổ tài nguyên một cách hợp lý.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vi-VN" sz="1700" kern="1200"/>
            <a:t>Quản trị, tối ưu hóa hiệu suất của dữ liệu</a:t>
          </a:r>
          <a:r>
            <a:rPr lang="en-US" sz="1700" kern="1200"/>
            <a:t>.</a:t>
          </a:r>
        </a:p>
      </dsp:txBody>
      <dsp:txXfrm>
        <a:off x="0" y="1608843"/>
        <a:ext cx="6815667" cy="1526175"/>
      </dsp:txXfrm>
    </dsp:sp>
    <dsp:sp modelId="{DEEF8B27-2164-4A36-B18C-3A95971B8DA9}">
      <dsp:nvSpPr>
        <dsp:cNvPr id="0" name=""/>
        <dsp:cNvSpPr/>
      </dsp:nvSpPr>
      <dsp:spPr>
        <a:xfrm>
          <a:off x="340783" y="1357923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Responsibilities</a:t>
          </a:r>
          <a:endParaRPr lang="en-US" sz="1700" kern="1200"/>
        </a:p>
      </dsp:txBody>
      <dsp:txXfrm>
        <a:off x="365281" y="1382421"/>
        <a:ext cx="4721970" cy="452844"/>
      </dsp:txXfrm>
    </dsp:sp>
    <dsp:sp modelId="{A39A2AA7-BAB0-4FCD-A362-D290A8240805}">
      <dsp:nvSpPr>
        <dsp:cNvPr id="0" name=""/>
        <dsp:cNvSpPr/>
      </dsp:nvSpPr>
      <dsp:spPr>
        <a:xfrm>
          <a:off x="0" y="3477739"/>
          <a:ext cx="6815667" cy="1285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Thiết kế hệ thống database lưu trữ.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Tạo calculated column.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Trực quan hóa dữ liệu.</a:t>
          </a:r>
        </a:p>
      </dsp:txBody>
      <dsp:txXfrm>
        <a:off x="0" y="3477739"/>
        <a:ext cx="6815667" cy="1285200"/>
      </dsp:txXfrm>
    </dsp:sp>
    <dsp:sp modelId="{E85DA2BC-B7B7-449E-9445-461B5BC148DA}">
      <dsp:nvSpPr>
        <dsp:cNvPr id="0" name=""/>
        <dsp:cNvSpPr/>
      </dsp:nvSpPr>
      <dsp:spPr>
        <a:xfrm>
          <a:off x="340783" y="3226819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Tasks</a:t>
          </a:r>
          <a:endParaRPr lang="en-US" sz="1700" kern="1200"/>
        </a:p>
      </dsp:txBody>
      <dsp:txXfrm>
        <a:off x="365281" y="3251317"/>
        <a:ext cx="4721970" cy="452844"/>
      </dsp:txXfrm>
    </dsp:sp>
    <dsp:sp modelId="{C5E47D51-F965-43D3-B097-0490CD1849CA}">
      <dsp:nvSpPr>
        <dsp:cNvPr id="0" name=""/>
        <dsp:cNvSpPr/>
      </dsp:nvSpPr>
      <dsp:spPr>
        <a:xfrm>
          <a:off x="0" y="5105659"/>
          <a:ext cx="6815667" cy="7229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28971" tIns="354076" rIns="528971" bIns="12090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/>
            <a:t>Team lead.</a:t>
          </a:r>
        </a:p>
      </dsp:txBody>
      <dsp:txXfrm>
        <a:off x="0" y="5105659"/>
        <a:ext cx="6815667" cy="722925"/>
      </dsp:txXfrm>
    </dsp:sp>
    <dsp:sp modelId="{EB4808A2-002F-4E53-A48A-5F3FB7C9EEFB}">
      <dsp:nvSpPr>
        <dsp:cNvPr id="0" name=""/>
        <dsp:cNvSpPr/>
      </dsp:nvSpPr>
      <dsp:spPr>
        <a:xfrm>
          <a:off x="340783" y="4854739"/>
          <a:ext cx="4770966" cy="50184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0331" tIns="0" rIns="180331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Reports to</a:t>
          </a:r>
          <a:endParaRPr lang="en-US" sz="1700" kern="1200"/>
        </a:p>
      </dsp:txBody>
      <dsp:txXfrm>
        <a:off x="365281" y="4879237"/>
        <a:ext cx="4721970" cy="45284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E60FC1-C18A-41E1-B5B3-73A5F51CC4CD}" type="datetimeFigureOut">
              <a:rPr lang="en-US" smtClean="0"/>
              <a:pPr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6F88A-F17F-491B-A558-A5E9980DD5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7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1.jpeg"/><Relationship Id="rId5" Type="http://schemas.openxmlformats.org/officeDocument/2006/relationships/image" Target="../media/image9.gif"/><Relationship Id="rId4" Type="http://schemas.openxmlformats.org/officeDocument/2006/relationships/image" Target="../media/image8.gi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74553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0F569-7858-4DA0-90EC-1AB4E27FD370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400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BF4A2-3C6A-4F75-888A-07ED3E036AE1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840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D6C1-3F2F-45EB-987A-C333A3F63A61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71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35BAD-EFF8-4C7A-B0DF-BCD8E1EDD234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5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B0EC59-39C3-490C-989D-62C2812C1A9B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>
                <a:solidFill>
                  <a:schemeClr val="bg1"/>
                </a:solidFill>
              </a:rPr>
              <a:t>DEM</a:t>
            </a:r>
            <a:r>
              <a:rPr lang="en-US" sz="11500" b="1">
                <a:solidFill>
                  <a:schemeClr val="bg1"/>
                </a:solidFill>
              </a:rPr>
              <a:t>O</a:t>
            </a:r>
          </a:p>
          <a:p>
            <a:endParaRPr lang="en-US" sz="180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9196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E7A03-E2FE-4721-9011-4149F834CB0D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08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7EA484-BC91-49D0-8F8D-18D3315E6030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635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A5B53-1F78-4F01-ABED-88EEBD7C407E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6594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CF842-59AF-427C-ACBC-D36D24E0CB1B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0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8A41B8-5FEA-4CA2-B7CF-78A09B3BA538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6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7340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3991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1389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4763" y="-4763"/>
            <a:ext cx="12201525" cy="6867525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4953000"/>
            <a:ext cx="6705600" cy="990600"/>
          </a:xfrm>
        </p:spPr>
        <p:txBody>
          <a:bodyPr>
            <a:normAutofit/>
          </a:bodyPr>
          <a:lstStyle>
            <a:lvl1pPr marL="0" indent="0" algn="l">
              <a:buNone/>
              <a:defRPr sz="22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583936" y="4953000"/>
            <a:ext cx="6303264" cy="0"/>
          </a:xfrm>
          <a:prstGeom prst="line">
            <a:avLst/>
          </a:prstGeom>
          <a:ln w="3175">
            <a:solidFill>
              <a:srgbClr val="FF5A3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 userDrawn="1"/>
        </p:nvSpPr>
        <p:spPr>
          <a:xfrm>
            <a:off x="1060704" y="2133600"/>
            <a:ext cx="3308096" cy="3048000"/>
          </a:xfrm>
          <a:prstGeom prst="ellipse">
            <a:avLst/>
          </a:prstGeom>
          <a:solidFill>
            <a:schemeClr val="bg1"/>
          </a:solidFill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5506720" y="4284596"/>
            <a:ext cx="6100064" cy="704980"/>
          </a:xfrm>
        </p:spPr>
        <p:txBody>
          <a:bodyPr>
            <a:normAutofit/>
          </a:bodyPr>
          <a:lstStyle>
            <a:lvl1pPr algn="l">
              <a:defRPr lang="en-US" sz="3400" b="1" kern="1200" cap="small" baseline="0" dirty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 err="1"/>
              <a:t>Tên</a:t>
            </a:r>
            <a:r>
              <a:rPr lang="en-US" dirty="0"/>
              <a:t> </a:t>
            </a:r>
            <a:r>
              <a:rPr lang="en-US" dirty="0" err="1"/>
              <a:t>môn</a:t>
            </a:r>
            <a:r>
              <a:rPr lang="en-US" dirty="0"/>
              <a:t> </a:t>
            </a:r>
            <a:r>
              <a:rPr lang="en-US" dirty="0" err="1"/>
              <a:t>học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1016000" y="2743200"/>
            <a:ext cx="33528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72765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5202" y="274638"/>
            <a:ext cx="9347198" cy="487362"/>
          </a:xfrm>
        </p:spPr>
        <p:txBody>
          <a:bodyPr>
            <a:noAutofit/>
          </a:bodyPr>
          <a:lstStyle>
            <a:lvl1pPr algn="r">
              <a:defRPr sz="2800" b="1" cap="small" baseline="0">
                <a:solidFill>
                  <a:srgbClr val="FF5A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10972800" cy="5257800"/>
          </a:xfrm>
        </p:spPr>
        <p:txBody>
          <a:bodyPr>
            <a:normAutofit/>
          </a:bodyPr>
          <a:lstStyle>
            <a:lvl1pPr marL="342900" indent="-342900">
              <a:buClr>
                <a:srgbClr val="FF5A33"/>
              </a:buClr>
              <a:buFont typeface="Wingdings" pitchFamily="2" charset="2"/>
              <a:buChar char="q"/>
              <a:defRPr sz="2800">
                <a:latin typeface="Segoe UI" pitchFamily="34" charset="0"/>
                <a:cs typeface="Segoe UI" pitchFamily="34" charset="0"/>
              </a:defRPr>
            </a:lvl1pPr>
            <a:lvl2pPr marL="742950" indent="-285750">
              <a:buClr>
                <a:srgbClr val="FF5A33"/>
              </a:buClr>
              <a:buFont typeface="Wingdings" pitchFamily="2" charset="2"/>
              <a:buChar char="v"/>
              <a:defRPr sz="2400">
                <a:latin typeface="Segoe UI" pitchFamily="34" charset="0"/>
                <a:cs typeface="Segoe UI" pitchFamily="34" charset="0"/>
              </a:defRPr>
            </a:lvl2pPr>
            <a:lvl3pPr marL="1143000" indent="-228600">
              <a:buClr>
                <a:srgbClr val="FF5A33"/>
              </a:buClr>
              <a:buFont typeface="Wingdings" pitchFamily="2" charset="2"/>
              <a:buChar char="Ø"/>
              <a:defRPr sz="2000">
                <a:latin typeface="Segoe UI" pitchFamily="34" charset="0"/>
                <a:cs typeface="Segoe UI" pitchFamily="34" charset="0"/>
              </a:defRPr>
            </a:lvl3pPr>
            <a:lvl4pPr marL="1600200" indent="-228600">
              <a:buClr>
                <a:srgbClr val="FF5A33"/>
              </a:buClr>
              <a:buFont typeface="Wingdings" pitchFamily="2" charset="2"/>
              <a:buChar char="ü"/>
              <a:defRPr sz="1800">
                <a:latin typeface="Segoe UI" pitchFamily="34" charset="0"/>
                <a:cs typeface="Segoe UI" pitchFamily="34" charset="0"/>
              </a:defRPr>
            </a:lvl4pPr>
            <a:lvl5pPr marL="2057400" indent="-228600">
              <a:buClr>
                <a:srgbClr val="FF5A33"/>
              </a:buClr>
              <a:buFont typeface="Wingdings" pitchFamily="2" charset="2"/>
              <a:buChar char="§"/>
              <a:defRPr sz="1800">
                <a:latin typeface="Segoe UI" pitchFamily="34" charset="0"/>
                <a:cs typeface="Segoe U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D2193-23DB-41F7-8BF6-4C300FD984A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609600" y="838200"/>
            <a:ext cx="10972800" cy="0"/>
          </a:xfrm>
          <a:prstGeom prst="line">
            <a:avLst/>
          </a:prstGeom>
          <a:ln w="38100"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6573"/>
            <a:ext cx="1625602" cy="71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22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F87700-9881-4068-A618-B0854BF98A29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026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0C555-A095-4004-896C-F93A2C2FFF74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151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4AA7-F24F-4C86-A294-9EEE76562DCF}" type="datetime1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49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7D2F3-C4A3-4E01-A15B-F44AEB66B5E3}" type="datetime1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2032000" y="2551018"/>
            <a:ext cx="8534400" cy="326475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>
              <a:solidFill>
                <a:schemeClr val="bg1"/>
              </a:solidFill>
            </a:endParaRPr>
          </a:p>
        </p:txBody>
      </p:sp>
      <p:pic>
        <p:nvPicPr>
          <p:cNvPr id="8" name="Picture 2" descr="http://uconndigitalarts.com/wp-content/uploads/2013/04/original.jpg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3958" r="96146">
                        <a14:backgroundMark x1="16667" y1="54630" x2="86042" y2="55185"/>
                        <a14:backgroundMark x1="90625" y1="53889" x2="93125" y2="53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43978" b="41311"/>
          <a:stretch/>
        </p:blipFill>
        <p:spPr bwMode="auto">
          <a:xfrm flipH="1">
            <a:off x="3732707" y="2575401"/>
            <a:ext cx="4568091" cy="28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C:\Users\powerpoint.vn\Downloads\1e2cd4b177168ad16ce2e7c504bba4d2.x400.jpeg"/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750" b="81000" l="9971" r="89736">
                        <a14:backgroundMark x1="33724" y1="42750" x2="69208" y2="55250"/>
                        <a14:backgroundMark x1="25806" y1="33250" x2="25806" y2="37500"/>
                        <a14:backgroundMark x1="26100" y1="32250" x2="26100" y2="32250"/>
                        <a14:backgroundMark x1="70674" y1="35750" x2="70674" y2="35750"/>
                        <a14:backgroundMark x1="76246" y1="31250" x2="76246" y2="31250"/>
                        <a14:backgroundMark x1="70968" y1="34750" x2="70968" y2="34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55710"/>
          <a:stretch/>
        </p:blipFill>
        <p:spPr bwMode="auto">
          <a:xfrm>
            <a:off x="2568620" y="609600"/>
            <a:ext cx="7257961" cy="282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 userDrawn="1"/>
        </p:nvSpPr>
        <p:spPr>
          <a:xfrm>
            <a:off x="4103893" y="3124200"/>
            <a:ext cx="4735308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200" b="1" dirty="0">
                <a:solidFill>
                  <a:schemeClr val="bg1"/>
                </a:solidFill>
              </a:rPr>
              <a:t>DEM</a:t>
            </a:r>
            <a:r>
              <a:rPr lang="en-US" sz="11500" b="1" dirty="0">
                <a:solidFill>
                  <a:schemeClr val="bg1"/>
                </a:solidFill>
              </a:rPr>
              <a:t>O</a:t>
            </a:r>
          </a:p>
          <a:p>
            <a:endParaRPr lang="en-US" sz="1800" dirty="0"/>
          </a:p>
        </p:txBody>
      </p:sp>
      <p:pic>
        <p:nvPicPr>
          <p:cNvPr id="10" name="Picture 2" descr="http://www.designofsignage.com/application/symbol/hands/image/600x600/hand-press-button-4.jpg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9500" l="10000" r="90000">
                        <a14:foregroundMark x1="35833" y1="26500" x2="41500" y2="8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752" y="3568725"/>
            <a:ext cx="3488947" cy="261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10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78A5-AC0E-46A7-AB93-36A408E5A84E}" type="datetime1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4852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52A17-2609-472D-A24A-46A4009C4779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427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AB35A-6815-4F8C-BA27-6EA423ADD2B6}" type="datetime1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412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AB1452-B787-4BDA-8B46-09E07DDAE836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4592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5263F-335F-4E4F-89FF-FFC4C60B48BD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142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itle Placeholder 1"/>
          <p:cNvSpPr txBox="1">
            <a:spLocks/>
          </p:cNvSpPr>
          <p:nvPr userDrawn="1"/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3200" b="1" kern="1200" cap="small" baseline="0">
                <a:solidFill>
                  <a:srgbClr val="FF99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itchFamily="34" charset="0"/>
                <a:ea typeface="+mj-ea"/>
                <a:cs typeface="Segoe UI" pitchFamily="34" charset="0"/>
              </a:defRPr>
            </a:lvl1pPr>
          </a:lstStyle>
          <a:p>
            <a:r>
              <a:rPr lang="en-US" sz="3200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 flipH="1">
            <a:off x="711200" y="835152"/>
            <a:ext cx="10871200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2142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336800" y="198438"/>
            <a:ext cx="9448800" cy="487362"/>
          </a:xfrm>
        </p:spPr>
        <p:txBody>
          <a:bodyPr anchor="t">
            <a:normAutofit/>
          </a:bodyPr>
          <a:lstStyle>
            <a:lvl1pPr algn="r">
              <a:defRPr sz="2400" b="0" i="0" baseline="0">
                <a:solidFill>
                  <a:schemeClr val="bg1"/>
                </a:solidFill>
                <a:latin typeface="Segoe UI" pitchFamily="34" charset="0"/>
                <a:ea typeface="Roboto Lt" pitchFamily="2" charset="0"/>
                <a:cs typeface="Segoe UI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Silde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27200" y="1066800"/>
            <a:ext cx="10363200" cy="457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pPr lvl="0"/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lớn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 hasCustomPrompt="1"/>
          </p:nvPr>
        </p:nvSpPr>
        <p:spPr>
          <a:xfrm>
            <a:off x="6604000" y="1828800"/>
            <a:ext cx="5384800" cy="2743200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0" baseline="0">
                <a:latin typeface="Segoe UI" pitchFamily="34" charset="0"/>
                <a:ea typeface="Roboto" pitchFamily="2" charset="0"/>
                <a:cs typeface="Segoe UI" pitchFamily="34" charset="0"/>
              </a:defRPr>
            </a:lvl1pPr>
            <a:lvl2pPr marL="457200" indent="0" algn="just">
              <a:buFontTx/>
              <a:buNone/>
              <a:defRPr sz="1600">
                <a:latin typeface="Roboto Lt" pitchFamily="2" charset="0"/>
                <a:ea typeface="Roboto Lt" pitchFamily="2" charset="0"/>
              </a:defRPr>
            </a:lvl2pPr>
            <a:lvl3pPr algn="just">
              <a:defRPr sz="1600">
                <a:latin typeface="Roboto Lt" pitchFamily="2" charset="0"/>
                <a:ea typeface="Roboto Lt" pitchFamily="2" charset="0"/>
              </a:defRPr>
            </a:lvl3pPr>
            <a:lvl4pPr marL="1600200" indent="-228600" algn="just">
              <a:buFont typeface="Courier New" pitchFamily="49" charset="0"/>
              <a:buChar char="o"/>
              <a:defRPr sz="1600">
                <a:latin typeface="Roboto Lt" pitchFamily="2" charset="0"/>
                <a:ea typeface="Roboto Lt" pitchFamily="2" charset="0"/>
              </a:defRPr>
            </a:lvl4pPr>
            <a:lvl5pPr algn="just">
              <a:defRPr sz="1600">
                <a:latin typeface="Roboto Lt" pitchFamily="2" charset="0"/>
                <a:ea typeface="Roboto Lt" pitchFamily="2" charset="0"/>
              </a:defRPr>
            </a:lvl5pPr>
          </a:lstStyle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…….</a:t>
            </a:r>
          </a:p>
          <a:p>
            <a:r>
              <a:rPr lang="en-US" dirty="0"/>
              <a:t>960, abstract, background, banner, bar, box, business, button, circle, clean,</a:t>
            </a:r>
          </a:p>
          <a:p>
            <a:r>
              <a:rPr lang="en-US" b="1" dirty="0" err="1"/>
              <a:t>Nôi</a:t>
            </a:r>
            <a:r>
              <a:rPr lang="en-US" b="1" dirty="0"/>
              <a:t> dung </a:t>
            </a:r>
            <a:r>
              <a:rPr lang="en-US" b="1" dirty="0" err="1"/>
              <a:t>cần</a:t>
            </a:r>
            <a:r>
              <a:rPr lang="en-US" b="1" dirty="0"/>
              <a:t> </a:t>
            </a:r>
            <a:r>
              <a:rPr lang="en-US" b="1" dirty="0" err="1"/>
              <a:t>nhấn</a:t>
            </a:r>
            <a:r>
              <a:rPr lang="en-US" b="1" dirty="0"/>
              <a:t> </a:t>
            </a:r>
            <a:r>
              <a:rPr lang="en-US" b="1" dirty="0" err="1"/>
              <a:t>mạnh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4"/>
          </p:nvPr>
        </p:nvSpPr>
        <p:spPr>
          <a:xfrm>
            <a:off x="-1828800" y="6172201"/>
            <a:ext cx="2844800" cy="365125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chemeClr val="bg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fld id="{C9454D8F-10CC-4917-9EE3-EC45D591F45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7225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2946400" y="274638"/>
            <a:ext cx="8636000" cy="5635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idx="1"/>
          </p:nvPr>
        </p:nvSpPr>
        <p:spPr>
          <a:xfrm>
            <a:off x="609600" y="990600"/>
            <a:ext cx="10972800" cy="556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 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228601"/>
            <a:ext cx="2133600" cy="484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807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658" y="228600"/>
            <a:ext cx="11315700" cy="3467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1200" y="2130426"/>
            <a:ext cx="10363200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7" name="Picture 6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6558"/>
            <a:ext cx="4978400" cy="1214039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858" y="5791200"/>
            <a:ext cx="10604500" cy="7978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8863816"/>
      </p:ext>
    </p:extLst>
  </p:cSld>
  <p:clrMapOvr>
    <a:masterClrMapping/>
  </p:clrMapOvr>
  <p:transition>
    <p:split orient="vert"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FontTx/>
              <a:buBlip>
                <a:blip r:embed="rId3"/>
              </a:buBlip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buFontTx/>
              <a:buBlip>
                <a:blip r:embed="rId4"/>
              </a:buBlip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buFontTx/>
              <a:buBlip>
                <a:blip r:embed="rId5"/>
              </a:buBlip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 dirty="0"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38F81FAE-D748-4BFC-A8B0-D2E750E8899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9" name="Picture 8" descr="LOGO FPT POLYTECHNIC.jp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128474"/>
      </p:ext>
    </p:extLst>
  </p:cSld>
  <p:clrMapOvr>
    <a:masterClrMapping/>
  </p:clrMapOvr>
  <p:transition>
    <p:split orient="vert"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 i="0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269FD7F-F1B9-4EBE-8876-2DA927AD43E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98489"/>
      </p:ext>
    </p:extLst>
  </p:cSld>
  <p:clrMapOvr>
    <a:masterClrMapping/>
  </p:clrMapOvr>
  <p:transition>
    <p:split orient="vert"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ACBE273D-A5B0-43E9-B55F-D261AD9B2B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050837"/>
      </p:ext>
    </p:extLst>
  </p:cSld>
  <p:clrMapOvr>
    <a:masterClrMapping/>
  </p:clrMapOvr>
  <p:transition>
    <p:split orient="vert"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Straight Connector 5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>
                <a:solidFill>
                  <a:schemeClr val="accent2">
                    <a:lumMod val="75000"/>
                  </a:schemeClr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E4E63BF6-D75B-49C2-9B0F-571DC542C43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270459"/>
      </p:ext>
    </p:extLst>
  </p:cSld>
  <p:clrMapOvr>
    <a:masterClrMapping/>
  </p:clrMapOvr>
  <p:transition>
    <p:split orient="vert"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 descr="logo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304800"/>
            <a:ext cx="12192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 userDrawn="1"/>
        </p:nvCxnSpPr>
        <p:spPr>
          <a:xfrm>
            <a:off x="609600" y="6324600"/>
            <a:ext cx="10972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52400"/>
            <a:ext cx="10972800" cy="1143000"/>
          </a:xfrm>
        </p:spPr>
        <p:txBody>
          <a:bodyPr/>
          <a:lstStyle>
            <a:lvl1pPr algn="r">
              <a:defRPr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1pPr>
            <a:lvl2pPr>
              <a:defRPr sz="20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2pPr>
            <a:lvl3pPr>
              <a:defRPr sz="18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3pPr>
            <a:lvl4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4pPr>
            <a:lvl5pPr>
              <a:defRPr sz="1600">
                <a:solidFill>
                  <a:schemeClr val="tx1"/>
                </a:solidFill>
                <a:latin typeface="Tahoma" pitchFamily="34" charset="0"/>
                <a:cs typeface="Tahoma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9600" y="6340476"/>
            <a:ext cx="8128000" cy="365125"/>
          </a:xfrm>
        </p:spPr>
        <p:txBody>
          <a:bodyPr/>
          <a:lstStyle>
            <a:lvl1pPr algn="l"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8839200" y="6356351"/>
            <a:ext cx="2844800" cy="365125"/>
          </a:xfrm>
        </p:spPr>
        <p:txBody>
          <a:bodyPr/>
          <a:lstStyle>
            <a:lvl1pPr>
              <a:defRPr>
                <a:latin typeface="Tahoma" pitchFamily="34" charset="0"/>
                <a:cs typeface="Tahoma" pitchFamily="34" charset="0"/>
              </a:defRPr>
            </a:lvl1pPr>
          </a:lstStyle>
          <a:p>
            <a:pPr>
              <a:defRPr/>
            </a:pPr>
            <a:fld id="{0F31B4AE-D66A-4FED-AD35-BAB7214338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11" name="Picture 10" descr="LOGO FPT POLYTECHNIC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4800" y="228601"/>
            <a:ext cx="2812253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96545"/>
      </p:ext>
    </p:extLst>
  </p:cSld>
  <p:clrMapOvr>
    <a:masterClrMapping/>
  </p:clrMapOvr>
  <p:transition>
    <p:split orient="vert"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926EE0-A18C-4D9F-96A6-A0314DB8E21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4" name="Picture 3" descr="nền slide thank you trắng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387350"/>
            <a:ext cx="12192000" cy="6470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 userDrawn="1"/>
        </p:nvSpPr>
        <p:spPr>
          <a:xfrm>
            <a:off x="6299200" y="6400800"/>
            <a:ext cx="426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Fpt-DaxlinePro-Bold" pitchFamily="2" charset="0"/>
              </a:rPr>
              <a:t>www.poly.edu.vn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7315200" y="2438400"/>
            <a:ext cx="609600" cy="8463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4900" dirty="0">
                <a:solidFill>
                  <a:srgbClr val="00B0F0"/>
                </a:solidFill>
                <a:latin typeface="Fpt-DaxlinePro-Medium" pitchFamily="2" charset="0"/>
              </a:rPr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4280189538"/>
      </p:ext>
    </p:extLst>
  </p:cSld>
  <p:clrMapOvr>
    <a:masterClrMapping/>
  </p:clrMapOvr>
  <p:transition>
    <p:split orient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9.gif"/><Relationship Id="rId5" Type="http://schemas.openxmlformats.org/officeDocument/2006/relationships/slideLayout" Target="../slideLayouts/slideLayout33.xml"/><Relationship Id="rId10" Type="http://schemas.openxmlformats.org/officeDocument/2006/relationships/image" Target="../media/image8.gif"/><Relationship Id="rId4" Type="http://schemas.openxmlformats.org/officeDocument/2006/relationships/slideLayout" Target="../slideLayouts/slideLayout32.xml"/><Relationship Id="rId9" Type="http://schemas.openxmlformats.org/officeDocument/2006/relationships/image" Target="../media/image7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79EB43-FFAC-41DE-A59C-D6CB37219A4E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189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3" r:id="rId12"/>
    <p:sldLayoutId id="2147483684" r:id="rId13"/>
    <p:sldLayoutId id="2147483667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15CBC-2209-45C5-89CB-A658839648C8}" type="datetime1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CEE26-D979-411F-B229-D9F26BAED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23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152400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  Click to edit Master text styles</a:t>
            </a:r>
          </a:p>
          <a:p>
            <a:pPr lvl="1"/>
            <a:r>
              <a:rPr lang="en-US" dirty="0"/>
              <a:t>  Second level</a:t>
            </a:r>
          </a:p>
          <a:p>
            <a:pPr lvl="2"/>
            <a:r>
              <a:rPr lang="en-US" dirty="0"/>
              <a:t>  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356351"/>
            <a:ext cx="7416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/>
              <a:t>&lt;&lt;Tên Dự Án&gt;&gt;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AF7AF65-4B18-4BB1-B100-2EF3CDE782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120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</p:sldLayoutIdLst>
  <p:transition>
    <p:split orient="vert"/>
  </p:transition>
  <p:hf hd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 kern="1200">
          <a:solidFill>
            <a:srgbClr val="0070C0"/>
          </a:solidFill>
          <a:latin typeface="+mj-lt"/>
          <a:ea typeface="+mj-ea"/>
          <a:cs typeface="Tahoma" pitchFamily="34" charset="0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4400">
          <a:solidFill>
            <a:srgbClr val="00B0F0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9"/>
        </a:buBlip>
        <a:defRPr sz="3200" kern="1200">
          <a:solidFill>
            <a:schemeClr val="accent2">
              <a:lumMod val="75000"/>
            </a:schemeClr>
          </a:solidFill>
          <a:latin typeface="+mn-lt"/>
          <a:ea typeface="+mn-ea"/>
          <a:cs typeface="Tahoma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10"/>
        </a:buBlip>
        <a:defRPr sz="28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Blip>
          <a:blip r:embed="rId11"/>
        </a:buBlip>
        <a:defRPr sz="24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>
              <a:lumMod val="95000"/>
              <a:lumOff val="5000"/>
            </a:schemeClr>
          </a:solidFill>
          <a:latin typeface="+mn-lt"/>
          <a:ea typeface="+mn-ea"/>
          <a:cs typeface="Tahoma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562100" y="1763860"/>
            <a:ext cx="9067800" cy="1219200"/>
          </a:xfrm>
        </p:spPr>
        <p:txBody>
          <a:bodyPr rtlCol="0">
            <a:normAutofit/>
          </a:bodyPr>
          <a:lstStyle/>
          <a:p>
            <a:pPr algn="ctr"/>
            <a:r>
              <a:rPr lang="en-US" b="1" dirty="0"/>
              <a:t>Các yếu tố ảnh hưởng đến bệnh tim mạch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317883"/>
              </p:ext>
            </p:extLst>
          </p:nvPr>
        </p:nvGraphicFramePr>
        <p:xfrm>
          <a:off x="6096000" y="3401322"/>
          <a:ext cx="4724400" cy="1478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1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Nhiệm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="1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vụ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Nguyễn Vũ Nhựt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Trưởng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nhóm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Hồ Gia Huy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viên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Trần Hưng Thịnh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Thành</a:t>
                      </a:r>
                      <a:r>
                        <a:rPr lang="en-US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viên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7033733"/>
              </p:ext>
            </p:extLst>
          </p:nvPr>
        </p:nvGraphicFramePr>
        <p:xfrm>
          <a:off x="6096000" y="5334000"/>
          <a:ext cx="472440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3020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GVHD:</a:t>
                      </a:r>
                      <a:r>
                        <a:rPr lang="en-US" b="1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Trần Văn Huy</a:t>
                      </a:r>
                      <a:endParaRPr lang="en-US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orient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về dự án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Quá trình thực hiện dự án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Khó khăn &amp; Thuận lợi</a:t>
            </a:r>
          </a:p>
          <a:p>
            <a:pPr>
              <a:buFont typeface="Wingdings" pitchFamily="2" charset="2"/>
              <a:buChar char="&amp;"/>
            </a:pPr>
            <a:r>
              <a:rPr lang="en-US" sz="3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 dự án.</a:t>
            </a:r>
          </a:p>
          <a:p>
            <a:pPr>
              <a:buFont typeface="Wingdings" pitchFamily="2" charset="2"/>
              <a:buChar char="&amp;"/>
            </a:pPr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Font typeface="Wingdings" pitchFamily="2" charset="2"/>
              <a:buChar char="&amp;"/>
            </a:pPr>
            <a:endParaRPr lang="en-US" sz="32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B882B8-6478-8857-5780-0AB84DE33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FDAE1D-46B1-075A-10B0-704C69B57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587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980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Thành viên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FE8A6A6-9816-CA9D-EBC4-9984E6952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B7D1DC-E1D7-D542-D6C1-2487B587D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13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#1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23DF32-A067-D910-1C3C-C36CEC91BB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08E75-C89F-E4C4-EDA0-6BD86ABCB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836D8-BC7B-7758-D7E2-79711F19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ACEE26-D979-411F-B229-D9F26BAEDF07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894DC53-2226-B975-596B-6F1CA1A0E1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4805138"/>
              </p:ext>
            </p:extLst>
          </p:nvPr>
        </p:nvGraphicFramePr>
        <p:xfrm>
          <a:off x="4766733" y="273051"/>
          <a:ext cx="681566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57539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#2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45B90D4-B711-48DA-D68A-7FAD36ECA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5BE9D-E6F7-B586-BEE1-28AEC8C66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B578B7-7DD8-AFE3-244F-E6BF5728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ACEE26-D979-411F-B229-D9F26BAEDF0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3897BCD-1BB3-9167-67A8-856356B561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1723811"/>
              </p:ext>
            </p:extLst>
          </p:nvPr>
        </p:nvGraphicFramePr>
        <p:xfrm>
          <a:off x="4766733" y="273051"/>
          <a:ext cx="681566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07187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>
            <a:normAutofit/>
          </a:bodyPr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thành viên #3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DB6E7F20-2132-8B71-FEB1-875C730B0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5A286-5970-3832-92AD-2D980B62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1E71D5-23CE-461A-6651-8E8E0046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8AACEE26-D979-411F-B229-D9F26BAEDF07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91EA1ED-CE52-6C36-B1DB-6387477764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2676588"/>
              </p:ext>
            </p:extLst>
          </p:nvPr>
        </p:nvGraphicFramePr>
        <p:xfrm>
          <a:off x="4766733" y="273051"/>
          <a:ext cx="681566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762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6538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Giới thiệu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6B99B34-DDF0-4FAD-F970-26CF03DDE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79145-A4D9-F73A-529C-38044F5F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05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Giới thiệu dự 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 dirty="0"/>
              <a:t>Hiện trạng khách hàng</a:t>
            </a:r>
            <a:r>
              <a:rPr lang="en-US" sz="2400" dirty="0"/>
              <a:t>.</a:t>
            </a:r>
          </a:p>
          <a:p>
            <a:pPr lvl="1"/>
            <a:r>
              <a:rPr lang="en-US" dirty="0"/>
              <a:t>… </a:t>
            </a:r>
          </a:p>
          <a:p>
            <a:pPr lvl="1"/>
            <a:r>
              <a:rPr lang="en-US" dirty="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 dirty="0"/>
              <a:t>Thông tin dữ liệu </a:t>
            </a:r>
            <a:r>
              <a:rPr lang="en-US" sz="2400" dirty="0"/>
              <a:t>là ….</a:t>
            </a:r>
          </a:p>
          <a:p>
            <a:pPr lvl="1"/>
            <a:r>
              <a:rPr lang="en-US" dirty="0"/>
              <a:t>…</a:t>
            </a:r>
          </a:p>
          <a:p>
            <a:pPr lvl="1"/>
            <a:r>
              <a:rPr lang="en-US" dirty="0"/>
              <a:t>…</a:t>
            </a:r>
          </a:p>
          <a:p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36362-D5F3-7152-2FE5-EB81C5118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E721A-37D5-EA22-0BAB-C32714A4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65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Yêu cầu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/>
              <a:t>Dữ liệu</a:t>
            </a:r>
            <a:r>
              <a:rPr lang="en-US" sz="2400"/>
              <a:t>.</a:t>
            </a:r>
          </a:p>
          <a:p>
            <a:pPr lvl="1"/>
            <a:r>
              <a:rPr lang="en-US"/>
              <a:t>… </a:t>
            </a:r>
          </a:p>
          <a:p>
            <a:pPr lvl="1"/>
            <a:r>
              <a:rPr lang="en-US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/>
              <a:t>Quản lý và lưu trữ </a:t>
            </a:r>
            <a:endParaRPr lang="en-US" sz="2400"/>
          </a:p>
          <a:p>
            <a:pPr lvl="1"/>
            <a:r>
              <a:rPr lang="en-US"/>
              <a:t>…</a:t>
            </a:r>
          </a:p>
          <a:p>
            <a:pPr lvl="1"/>
            <a:r>
              <a:rPr lang="en-US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/>
              <a:t>Công nghệ </a:t>
            </a:r>
            <a:endParaRPr lang="en-US" sz="2400"/>
          </a:p>
          <a:p>
            <a:pPr lvl="1"/>
            <a:r>
              <a:rPr lang="en-US"/>
              <a:t>…</a:t>
            </a:r>
          </a:p>
          <a:p>
            <a:pPr lvl="1"/>
            <a:r>
              <a:rPr lang="en-US"/>
              <a:t>…</a:t>
            </a:r>
          </a:p>
          <a:p>
            <a:endParaRPr lang="en-US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C06F7-20AA-4F62-EA79-F78482262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AF7AF-5E8E-9917-2279-1448E1089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134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Sản phẩm mục tiêu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C923A4-851B-5EF0-B718-7CBE8DB3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08786B-6DDC-2579-38DB-D4E9FC78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10</a:t>
            </a:fld>
            <a:endParaRPr lang="en-US"/>
          </a:p>
        </p:txBody>
      </p:sp>
      <p:pic>
        <p:nvPicPr>
          <p:cNvPr id="6" name="Graphic 5" descr="A telescope with planets in the background">
            <a:extLst>
              <a:ext uri="{FF2B5EF4-FFF2-40B4-BE49-F238E27FC236}">
                <a16:creationId xmlns:a16="http://schemas.microsoft.com/office/drawing/2014/main" id="{CA96672E-05A6-9677-74B4-176517849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24000" y="1180306"/>
            <a:ext cx="8686800" cy="4886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495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54761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 tích hệ thống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A4F92CC-4E18-498A-196D-75FB36CB7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A61F8E-A029-F37E-570D-13286C169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39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 hệ thống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400" b="1"/>
              <a:t>Cơ sở dữ liệu</a:t>
            </a:r>
            <a:r>
              <a:rPr lang="en-US" sz="2400"/>
              <a:t>.</a:t>
            </a:r>
          </a:p>
          <a:p>
            <a:pPr lvl="1"/>
            <a:r>
              <a:rPr lang="en-US"/>
              <a:t>SQL Server, My SQL ….</a:t>
            </a:r>
          </a:p>
          <a:p>
            <a:pPr lvl="1"/>
            <a:r>
              <a:rPr lang="en-US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/>
              <a:t>Công cụ </a:t>
            </a:r>
            <a:endParaRPr lang="en-US" sz="2400"/>
          </a:p>
          <a:p>
            <a:pPr lvl="1"/>
            <a:r>
              <a:rPr lang="en-US"/>
              <a:t>Microsoft Power BI</a:t>
            </a:r>
          </a:p>
          <a:p>
            <a:pPr lvl="1"/>
            <a:r>
              <a:rPr lang="en-US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400" b="1"/>
              <a:t> Hạ tầng kỹ thuật</a:t>
            </a:r>
            <a:endParaRPr lang="en-US" sz="2400"/>
          </a:p>
          <a:p>
            <a:pPr lvl="1"/>
            <a:r>
              <a:rPr lang="en-US"/>
              <a:t>Nền tảng đám mây …</a:t>
            </a:r>
          </a:p>
          <a:p>
            <a:pPr lvl="1"/>
            <a:r>
              <a:rPr lang="en-US"/>
              <a:t>Máy chủ nội bộ</a:t>
            </a:r>
          </a:p>
          <a:p>
            <a:pPr lvl="1"/>
            <a:endParaRPr lang="en-US"/>
          </a:p>
          <a:p>
            <a:endParaRPr lang="en-US" sz="24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BD106-A31D-CD7E-3483-B67F879DA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F8D410-CBB9-65C6-6A03-DF34FC837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03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trúc hệ thống</a:t>
            </a:r>
          </a:p>
        </p:txBody>
      </p:sp>
      <p:pic>
        <p:nvPicPr>
          <p:cNvPr id="7" name="Picture 6" descr="A diagram of a computer&#10;&#10;Description automatically generated">
            <a:extLst>
              <a:ext uri="{FF2B5EF4-FFF2-40B4-BE49-F238E27FC236}">
                <a16:creationId xmlns:a16="http://schemas.microsoft.com/office/drawing/2014/main" id="{A91CCF9D-1A62-524B-C72E-BDD12E2EE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990600"/>
            <a:ext cx="9785132" cy="57912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DD8AB7-3530-3864-E3B6-D24921773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C9413-44B7-2ED4-7B9D-0729D9C81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1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57600" y="2967335"/>
            <a:ext cx="46105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Phân tích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80E9188-0A61-253C-DDCD-49194B97B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50E5A-6FAA-561C-D5EC-AFF0A5A86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539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#1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 đang cố gắng giải thích điều gì từ dữ liệu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 </a:t>
            </a:r>
          </a:p>
          <a:p>
            <a:pPr lvl="1"/>
            <a:r>
              <a:rPr lang="en-US" sz="200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Mục tiêu cụ thể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 muốn đề xuất giải pháp gì từ những phân tích này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2B0B0-5D26-5259-50F8-D17B51005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50B8EB-6135-D8CC-5585-58A7EF74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99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 là người cần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xem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báo cáo 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này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 </a:t>
            </a:r>
          </a:p>
          <a:p>
            <a:pPr lvl="1"/>
            <a:r>
              <a:rPr lang="en-US" sz="200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Họ đã biết tới lĩnh vực này chưa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Xác định phạm vi của nội dung báo cáo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endParaRPr lang="en-US" sz="200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A449B3-0DCA-4F81-5584-7DC686A1B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ECD4D-F254-262B-FEB0-BD984B81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395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#2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Bạn dự định dùng hình ảnh, biểu đồ gì cho báo cáo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 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D594-AF29-E937-78F0-77E4757A7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3F37E-AB0C-5D6E-B067-B57AD0029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270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tích</a:t>
            </a:r>
            <a:r>
              <a:rPr 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dự án #3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Những lưu ý và quy ước trong nội dung báo cáo</a:t>
            </a:r>
            <a:r>
              <a:rPr lang="vi-VN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 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  <a:br>
              <a:rPr lang="vi-VN" sz="2000"/>
            </a:br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189FBC-1055-6400-C99E-7A3970FCB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0E490-C9D3-5218-168B-4DB2A123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77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06769" y="2967335"/>
            <a:ext cx="625466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Khó khăn &amp; Thuận lợi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BF25773-65E6-F99A-8FE9-F3059C52C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D0638E-D141-B806-F42F-4D8E0141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206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Khó khăn &amp; Thuận lợi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66800"/>
            <a:ext cx="9347198" cy="5257800"/>
          </a:xfrm>
        </p:spPr>
        <p:txBody>
          <a:bodyPr>
            <a:noAutofit/>
          </a:bodyPr>
          <a:lstStyle/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Khó khăn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 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>
              <a:buFont typeface="Wingdings" pitchFamily="2" charset="2"/>
              <a:buChar char="&amp;"/>
            </a:pPr>
            <a:r>
              <a:rPr lang="en-US"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Thuận lợi ?</a:t>
            </a:r>
            <a:endParaRPr lang="en-US" sz="2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pPr lvl="1"/>
            <a:r>
              <a:rPr lang="en-US" sz="2000"/>
              <a:t>…</a:t>
            </a:r>
          </a:p>
          <a:p>
            <a:endParaRPr lang="en-US" sz="20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0C8D48-055B-1B97-ADEB-1D4EFFE8B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167236-AC32-49FB-45B9-3754D5D16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76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970384" y="2971800"/>
            <a:ext cx="23274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Kết quả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D8D0E4-2E2C-9947-C808-8CB6E40C5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92959-A7F7-3D6C-97B3-E825E72BB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6396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Sản phẩm thực tế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63DF8-DF64-609D-C42E-1898912D4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4BF02-8623-5CEE-C97C-BD97A4A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22</a:t>
            </a:fld>
            <a:endParaRPr lang="en-US"/>
          </a:p>
        </p:txBody>
      </p:sp>
      <p:pic>
        <p:nvPicPr>
          <p:cNvPr id="7" name="Graphic 6" descr="Planets of the solar system">
            <a:extLst>
              <a:ext uri="{FF2B5EF4-FFF2-40B4-BE49-F238E27FC236}">
                <a16:creationId xmlns:a16="http://schemas.microsoft.com/office/drawing/2014/main" id="{5A0F6160-E4BA-4652-8C2A-6D573A994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67000" y="787400"/>
            <a:ext cx="6070600" cy="60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38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67200" y="2971800"/>
            <a:ext cx="353654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Demo dự án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0AE466B-A5DC-D3E0-828F-EE94A11DF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94078-7CC6-4F54-BF50-5AE7E2C2C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74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Demo dự án</a:t>
            </a:r>
          </a:p>
        </p:txBody>
      </p:sp>
      <p:pic>
        <p:nvPicPr>
          <p:cNvPr id="8" name="Graphic 7" descr="Database with solid fill">
            <a:extLst>
              <a:ext uri="{FF2B5EF4-FFF2-40B4-BE49-F238E27FC236}">
                <a16:creationId xmlns:a16="http://schemas.microsoft.com/office/drawing/2014/main" id="{3BB74F00-AB52-EB59-16E1-54FDC11C7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90800" y="2286000"/>
            <a:ext cx="2286000" cy="2286000"/>
          </a:xfrm>
          <a:prstGeom prst="rect">
            <a:avLst/>
          </a:prstGeom>
          <a:ln>
            <a:noFill/>
          </a:ln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pic>
        <p:nvPicPr>
          <p:cNvPr id="12" name="Picture 11" descr="A yellow background with black and black logo&#10;&#10;Description automatically generated">
            <a:extLst>
              <a:ext uri="{FF2B5EF4-FFF2-40B4-BE49-F238E27FC236}">
                <a16:creationId xmlns:a16="http://schemas.microsoft.com/office/drawing/2014/main" id="{03FB827F-FDC5-F644-3A41-4997D54E206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419350"/>
            <a:ext cx="2019300" cy="2019300"/>
          </a:xfrm>
          <a:prstGeom prst="rect">
            <a:avLst/>
          </a:prstGeom>
          <a:effectLst>
            <a:glow rad="228600">
              <a:schemeClr val="accent6">
                <a:satMod val="175000"/>
                <a:alpha val="40000"/>
              </a:schemeClr>
            </a:glow>
          </a:effectLst>
        </p:spPr>
      </p:pic>
      <p:sp>
        <p:nvSpPr>
          <p:cNvPr id="13" name="Arrow: Right 12">
            <a:extLst>
              <a:ext uri="{FF2B5EF4-FFF2-40B4-BE49-F238E27FC236}">
                <a16:creationId xmlns:a16="http://schemas.microsoft.com/office/drawing/2014/main" id="{546D6FC9-DE12-BC14-7C32-B779DFB8F622}"/>
              </a:ext>
            </a:extLst>
          </p:cNvPr>
          <p:cNvSpPr/>
          <p:nvPr/>
        </p:nvSpPr>
        <p:spPr>
          <a:xfrm>
            <a:off x="5029200" y="3200400"/>
            <a:ext cx="1219200" cy="609600"/>
          </a:xfrm>
          <a:prstGeom prst="rightArrow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1D4B767D-8BA3-381B-3D85-CB3827F66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F021AF32-0259-6819-3C37-7C69DDE31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695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ippl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24400" y="2962870"/>
            <a:ext cx="18806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Q &amp; A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4E379A-8AC7-9499-85BB-90361080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F8A2BF-94E7-1B65-3708-9942E5F47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86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267200" y="2971800"/>
            <a:ext cx="31081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r>
              <a:rPr lang="en-US" sz="5400" b="1" cap="small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Thank You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62000" y="3886200"/>
            <a:ext cx="10744200" cy="0"/>
          </a:xfrm>
          <a:prstGeom prst="line">
            <a:avLst/>
          </a:prstGeom>
          <a:ln w="76200" cmpd="thinThick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42278D-D31A-C06B-2D82-430023CE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&lt;&lt;Tên Dự Án&gt;&gt;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8F9D0D-BF3A-AA82-F288-6EA4B334E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CEE26-D979-411F-B229-D9F26BAEDF0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93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13031</TotalTime>
  <Words>703</Words>
  <Application>Microsoft Office PowerPoint</Application>
  <PresentationFormat>Widescreen</PresentationFormat>
  <Paragraphs>193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26</vt:i4>
      </vt:variant>
    </vt:vector>
  </HeadingPairs>
  <TitlesOfParts>
    <vt:vector size="39" baseType="lpstr">
      <vt:lpstr>Arial</vt:lpstr>
      <vt:lpstr>Calibri</vt:lpstr>
      <vt:lpstr>Courier New</vt:lpstr>
      <vt:lpstr>Fpt-DaxlinePro-Bold</vt:lpstr>
      <vt:lpstr>Fpt-DaxlinePro-Medium</vt:lpstr>
      <vt:lpstr>Roboto Lt</vt:lpstr>
      <vt:lpstr>Segoe UI</vt:lpstr>
      <vt:lpstr>Tahoma</vt:lpstr>
      <vt:lpstr>Times New Roman</vt:lpstr>
      <vt:lpstr>Wingdings</vt:lpstr>
      <vt:lpstr>Custom Design</vt:lpstr>
      <vt:lpstr>1_Custom Design</vt:lpstr>
      <vt:lpstr>template</vt:lpstr>
      <vt:lpstr>Các yếu tố ảnh hưởng đến bệnh tim mạch</vt:lpstr>
      <vt:lpstr>Nội dung</vt:lpstr>
      <vt:lpstr>PowerPoint Presentation</vt:lpstr>
      <vt:lpstr>Giới thiệu thành viên #1</vt:lpstr>
      <vt:lpstr>Giới thiệu thành viên #2</vt:lpstr>
      <vt:lpstr>Giới thiệu thành viên #3</vt:lpstr>
      <vt:lpstr>PowerPoint Presentation</vt:lpstr>
      <vt:lpstr>Giới thiệu dự án</vt:lpstr>
      <vt:lpstr>Yêu cầu dự án</vt:lpstr>
      <vt:lpstr>Sản phẩm mục tiêu</vt:lpstr>
      <vt:lpstr>PowerPoint Presentation</vt:lpstr>
      <vt:lpstr>Phân tích hệ thống</vt:lpstr>
      <vt:lpstr>Kiến trúc hệ thống</vt:lpstr>
      <vt:lpstr>PowerPoint Presentation</vt:lpstr>
      <vt:lpstr>Phân tích dự án #1</vt:lpstr>
      <vt:lpstr>Phân tích dự án #2</vt:lpstr>
      <vt:lpstr>Phân tích dự án #2</vt:lpstr>
      <vt:lpstr>Phân tích dự án #3</vt:lpstr>
      <vt:lpstr>PowerPoint Presentation</vt:lpstr>
      <vt:lpstr>Khó khăn &amp; Thuận lợi</vt:lpstr>
      <vt:lpstr>PowerPoint Presentation</vt:lpstr>
      <vt:lpstr>Sản phẩm thực tế</vt:lpstr>
      <vt:lpstr>PowerPoint Presentation</vt:lpstr>
      <vt:lpstr>Demo dự án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Tin Học Văn Phòng</dc:title>
  <dc:creator>Hans</dc:creator>
  <cp:lastModifiedBy>nhựt vũ</cp:lastModifiedBy>
  <cp:revision>1578</cp:revision>
  <dcterms:created xsi:type="dcterms:W3CDTF">2013-04-23T08:05:33Z</dcterms:created>
  <dcterms:modified xsi:type="dcterms:W3CDTF">2025-11-13T16:11:22Z</dcterms:modified>
</cp:coreProperties>
</file>